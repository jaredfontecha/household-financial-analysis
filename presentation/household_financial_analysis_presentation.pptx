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12"/>
  </p:notesMasterIdLst>
  <p:sldIdLst>
    <p:sldId id="256" r:id="rId2"/>
    <p:sldId id="312" r:id="rId3"/>
    <p:sldId id="278" r:id="rId4"/>
    <p:sldId id="261" r:id="rId5"/>
    <p:sldId id="257" r:id="rId6"/>
    <p:sldId id="317" r:id="rId7"/>
    <p:sldId id="318" r:id="rId8"/>
    <p:sldId id="319" r:id="rId9"/>
    <p:sldId id="320" r:id="rId10"/>
    <p:sldId id="321" r:id="rId11"/>
  </p:sldIdLst>
  <p:sldSz cx="9144000" cy="5143500" type="screen16x9"/>
  <p:notesSz cx="6858000" cy="9144000"/>
  <p:embeddedFontLst>
    <p:embeddedFont>
      <p:font typeface="Barlow" pitchFamily="2" charset="77"/>
      <p:regular r:id="rId13"/>
      <p:bold r:id="rId14"/>
      <p:italic r:id="rId15"/>
      <p:boldItalic r:id="rId16"/>
    </p:embeddedFont>
    <p:embeddedFont>
      <p:font typeface="Nunito Light" pitchFamily="2" charset="77"/>
      <p:regular r:id="rId17"/>
      <p:italic r:id="rId18"/>
    </p:embeddedFont>
    <p:embeddedFont>
      <p:font typeface="Poppins Black" panose="00000A00000000000000" pitchFamily="2" charset="77"/>
      <p:bold r:id="rId19"/>
      <p:italic r:id="rId20"/>
      <p:boldItalic r:id="rId21"/>
    </p:embeddedFont>
    <p:embeddedFont>
      <p:font typeface="Poppins ExtraBold" panose="00000900000000000000" pitchFamily="2" charset="77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56EDB00-5F95-4457-B9B7-53DC1C6254DC}">
  <a:tblStyle styleId="{756EDB00-5F95-4457-B9B7-53DC1C6254D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FFE6B51-8D8A-4A61-941F-2F875A28E56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81"/>
  </p:normalViewPr>
  <p:slideViewPr>
    <p:cSldViewPr snapToGrid="0">
      <p:cViewPr>
        <p:scale>
          <a:sx n="158" d="100"/>
          <a:sy n="158" d="100"/>
        </p:scale>
        <p:origin x="224" y="21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2">
          <a:extLst>
            <a:ext uri="{FF2B5EF4-FFF2-40B4-BE49-F238E27FC236}">
              <a16:creationId xmlns:a16="http://schemas.microsoft.com/office/drawing/2014/main" id="{58039607-2619-BA81-B3A4-FD490ECC4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d431007ba2_0_208:notes">
            <a:extLst>
              <a:ext uri="{FF2B5EF4-FFF2-40B4-BE49-F238E27FC236}">
                <a16:creationId xmlns:a16="http://schemas.microsoft.com/office/drawing/2014/main" id="{01D5C4D3-7F51-8BDC-5514-278862A400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d431007ba2_0_208:notes">
            <a:extLst>
              <a:ext uri="{FF2B5EF4-FFF2-40B4-BE49-F238E27FC236}">
                <a16:creationId xmlns:a16="http://schemas.microsoft.com/office/drawing/2014/main" id="{B0EBB2AB-A454-0255-22FA-86166F7DD6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4161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g54dda1946d_4_2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1" name="Google Shape;1331;g54dda1946d_4_2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>
          <a:extLst>
            <a:ext uri="{FF2B5EF4-FFF2-40B4-BE49-F238E27FC236}">
              <a16:creationId xmlns:a16="http://schemas.microsoft.com/office/drawing/2014/main" id="{AEE812E4-58B6-A6D8-B3D9-60809B770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14072739ea5_12_0:notes">
            <a:extLst>
              <a:ext uri="{FF2B5EF4-FFF2-40B4-BE49-F238E27FC236}">
                <a16:creationId xmlns:a16="http://schemas.microsoft.com/office/drawing/2014/main" id="{5660999C-08E2-A744-52D1-833A7A9765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14072739ea5_12_0:notes">
            <a:extLst>
              <a:ext uri="{FF2B5EF4-FFF2-40B4-BE49-F238E27FC236}">
                <a16:creationId xmlns:a16="http://schemas.microsoft.com/office/drawing/2014/main" id="{2FBF4997-D73B-0E53-8AF0-713546489F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91570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2">
          <a:extLst>
            <a:ext uri="{FF2B5EF4-FFF2-40B4-BE49-F238E27FC236}">
              <a16:creationId xmlns:a16="http://schemas.microsoft.com/office/drawing/2014/main" id="{4947F6E7-0E0E-4ADE-0BE8-DD288D121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d431007ba2_0_208:notes">
            <a:extLst>
              <a:ext uri="{FF2B5EF4-FFF2-40B4-BE49-F238E27FC236}">
                <a16:creationId xmlns:a16="http://schemas.microsoft.com/office/drawing/2014/main" id="{23C8EE7A-0828-3F24-AC41-F5264EA910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d431007ba2_0_208:notes">
            <a:extLst>
              <a:ext uri="{FF2B5EF4-FFF2-40B4-BE49-F238E27FC236}">
                <a16:creationId xmlns:a16="http://schemas.microsoft.com/office/drawing/2014/main" id="{52181D26-2597-0D0A-5F6E-02AB8FC7DD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600814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>
          <a:extLst>
            <a:ext uri="{FF2B5EF4-FFF2-40B4-BE49-F238E27FC236}">
              <a16:creationId xmlns:a16="http://schemas.microsoft.com/office/drawing/2014/main" id="{98334AC2-5947-FF04-A982-0373D2B2B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14072739ea5_12_0:notes">
            <a:extLst>
              <a:ext uri="{FF2B5EF4-FFF2-40B4-BE49-F238E27FC236}">
                <a16:creationId xmlns:a16="http://schemas.microsoft.com/office/drawing/2014/main" id="{5DEA0EC5-9ECF-A9D4-2394-492452E2C8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14072739ea5_12_0:notes">
            <a:extLst>
              <a:ext uri="{FF2B5EF4-FFF2-40B4-BE49-F238E27FC236}">
                <a16:creationId xmlns:a16="http://schemas.microsoft.com/office/drawing/2014/main" id="{4CAFAD6E-4B7F-8ED7-B436-EF92084E4C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43270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2">
          <a:extLst>
            <a:ext uri="{FF2B5EF4-FFF2-40B4-BE49-F238E27FC236}">
              <a16:creationId xmlns:a16="http://schemas.microsoft.com/office/drawing/2014/main" id="{929FF013-078E-90DF-28B9-29E395481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d431007ba2_0_208:notes">
            <a:extLst>
              <a:ext uri="{FF2B5EF4-FFF2-40B4-BE49-F238E27FC236}">
                <a16:creationId xmlns:a16="http://schemas.microsoft.com/office/drawing/2014/main" id="{67D93A51-93B7-AD9D-E676-2CEDDF565C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d431007ba2_0_208:notes">
            <a:extLst>
              <a:ext uri="{FF2B5EF4-FFF2-40B4-BE49-F238E27FC236}">
                <a16:creationId xmlns:a16="http://schemas.microsoft.com/office/drawing/2014/main" id="{81A133F9-55EC-F16B-F70F-6CECB4894D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94902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>
          <a:extLst>
            <a:ext uri="{FF2B5EF4-FFF2-40B4-BE49-F238E27FC236}">
              <a16:creationId xmlns:a16="http://schemas.microsoft.com/office/drawing/2014/main" id="{D789914E-6202-CF78-F84E-E92CA458C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14072739ea5_12_0:notes">
            <a:extLst>
              <a:ext uri="{FF2B5EF4-FFF2-40B4-BE49-F238E27FC236}">
                <a16:creationId xmlns:a16="http://schemas.microsoft.com/office/drawing/2014/main" id="{66C57B22-DDB3-EDA7-9041-AB312A56CE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14072739ea5_12_0:notes">
            <a:extLst>
              <a:ext uri="{FF2B5EF4-FFF2-40B4-BE49-F238E27FC236}">
                <a16:creationId xmlns:a16="http://schemas.microsoft.com/office/drawing/2014/main" id="{FA233DC8-77DC-3236-0578-8B709200E4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6619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6782" y="-1232671"/>
            <a:ext cx="9807905" cy="7974474"/>
            <a:chOff x="-6782" y="-1232671"/>
            <a:chExt cx="9807905" cy="7974474"/>
          </a:xfrm>
        </p:grpSpPr>
        <p:sp>
          <p:nvSpPr>
            <p:cNvPr id="10" name="Google Shape;10;p2"/>
            <p:cNvSpPr/>
            <p:nvPr/>
          </p:nvSpPr>
          <p:spPr>
            <a:xfrm rot="-5400000">
              <a:off x="7120124" y="4060803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-1" y="4104678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-6782" y="-1232671"/>
              <a:ext cx="9150782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-885529" y="302485"/>
            <a:ext cx="10998540" cy="4878740"/>
            <a:chOff x="-885529" y="302485"/>
            <a:chExt cx="10998540" cy="4878740"/>
          </a:xfrm>
        </p:grpSpPr>
        <p:sp>
          <p:nvSpPr>
            <p:cNvPr id="14" name="Google Shape;14;p2"/>
            <p:cNvSpPr/>
            <p:nvPr/>
          </p:nvSpPr>
          <p:spPr>
            <a:xfrm>
              <a:off x="2581296" y="4914218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7266974" y="4937849"/>
              <a:ext cx="1205478" cy="219752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293550" y="4455724"/>
              <a:ext cx="1006784" cy="183531"/>
            </a:xfrm>
            <a:custGeom>
              <a:avLst/>
              <a:gdLst/>
              <a:ahLst/>
              <a:cxnLst/>
              <a:rect l="l" t="t" r="r" b="b"/>
              <a:pathLst>
                <a:path w="15848" h="2889" extrusionOk="0">
                  <a:moveTo>
                    <a:pt x="0" y="0"/>
                  </a:moveTo>
                  <a:lnTo>
                    <a:pt x="2889" y="2889"/>
                  </a:lnTo>
                  <a:lnTo>
                    <a:pt x="15847" y="2889"/>
                  </a:lnTo>
                  <a:lnTo>
                    <a:pt x="1295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 rot="10800000" flipH="1">
              <a:off x="8291042" y="569492"/>
              <a:ext cx="1821969" cy="184293"/>
            </a:xfrm>
            <a:custGeom>
              <a:avLst/>
              <a:gdLst/>
              <a:ahLst/>
              <a:cxnLst/>
              <a:rect l="l" t="t" r="r" b="b"/>
              <a:pathLst>
                <a:path w="28680" h="2901" extrusionOk="0">
                  <a:moveTo>
                    <a:pt x="28679" y="1"/>
                  </a:moveTo>
                  <a:lnTo>
                    <a:pt x="2737" y="162"/>
                  </a:lnTo>
                  <a:lnTo>
                    <a:pt x="1" y="2900"/>
                  </a:lnTo>
                  <a:lnTo>
                    <a:pt x="28679" y="2751"/>
                  </a:lnTo>
                  <a:lnTo>
                    <a:pt x="2867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flipH="1">
              <a:off x="-885529" y="302485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19;p2"/>
          <p:cNvGrpSpPr/>
          <p:nvPr/>
        </p:nvGrpSpPr>
        <p:grpSpPr>
          <a:xfrm>
            <a:off x="-689412" y="-2417039"/>
            <a:ext cx="11168660" cy="9105554"/>
            <a:chOff x="-689412" y="-2417039"/>
            <a:chExt cx="11168660" cy="9105554"/>
          </a:xfrm>
        </p:grpSpPr>
        <p:grpSp>
          <p:nvGrpSpPr>
            <p:cNvPr id="20" name="Google Shape;20;p2"/>
            <p:cNvGrpSpPr/>
            <p:nvPr/>
          </p:nvGrpSpPr>
          <p:grpSpPr>
            <a:xfrm>
              <a:off x="6699625" y="4455725"/>
              <a:ext cx="3779622" cy="1782883"/>
              <a:chOff x="5782225" y="4455725"/>
              <a:chExt cx="3779622" cy="1782883"/>
            </a:xfrm>
          </p:grpSpPr>
          <p:sp>
            <p:nvSpPr>
              <p:cNvPr id="21" name="Google Shape;21;p2"/>
              <p:cNvSpPr/>
              <p:nvPr/>
            </p:nvSpPr>
            <p:spPr>
              <a:xfrm>
                <a:off x="6756575" y="4455725"/>
                <a:ext cx="2805272" cy="1537408"/>
              </a:xfrm>
              <a:custGeom>
                <a:avLst/>
                <a:gdLst/>
                <a:ahLst/>
                <a:cxnLst/>
                <a:rect l="l" t="t" r="r" b="b"/>
                <a:pathLst>
                  <a:path w="87610" h="48014" extrusionOk="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5782225" y="4701200"/>
                <a:ext cx="2805272" cy="1537408"/>
              </a:xfrm>
              <a:custGeom>
                <a:avLst/>
                <a:gdLst/>
                <a:ahLst/>
                <a:cxnLst/>
                <a:rect l="l" t="t" r="r" b="b"/>
                <a:pathLst>
                  <a:path w="87610" h="48014" extrusionOk="0">
                    <a:moveTo>
                      <a:pt x="41297" y="0"/>
                    </a:moveTo>
                    <a:lnTo>
                      <a:pt x="9329" y="31926"/>
                    </a:lnTo>
                    <a:lnTo>
                      <a:pt x="0" y="31926"/>
                    </a:lnTo>
                    <a:lnTo>
                      <a:pt x="0" y="48014"/>
                    </a:lnTo>
                    <a:lnTo>
                      <a:pt x="87610" y="48014"/>
                    </a:lnTo>
                    <a:lnTo>
                      <a:pt x="8761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-48925" y="4604000"/>
              <a:ext cx="5424616" cy="2084515"/>
              <a:chOff x="0" y="4604000"/>
              <a:chExt cx="5424616" cy="2084515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0" y="4604000"/>
                <a:ext cx="4495016" cy="2084515"/>
              </a:xfrm>
              <a:custGeom>
                <a:avLst/>
                <a:gdLst/>
                <a:ahLst/>
                <a:cxnLst/>
                <a:rect l="l" t="t" r="r" b="b"/>
                <a:pathLst>
                  <a:path w="101749" h="47185" extrusionOk="0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929600" y="4604000"/>
                <a:ext cx="4495016" cy="2084515"/>
              </a:xfrm>
              <a:custGeom>
                <a:avLst/>
                <a:gdLst/>
                <a:ahLst/>
                <a:cxnLst/>
                <a:rect l="l" t="t" r="r" b="b"/>
                <a:pathLst>
                  <a:path w="101749" h="47185" extrusionOk="0">
                    <a:moveTo>
                      <a:pt x="0" y="1"/>
                    </a:moveTo>
                    <a:lnTo>
                      <a:pt x="0" y="47185"/>
                    </a:lnTo>
                    <a:lnTo>
                      <a:pt x="101748" y="47185"/>
                    </a:lnTo>
                    <a:lnTo>
                      <a:pt x="101748" y="31097"/>
                    </a:lnTo>
                    <a:lnTo>
                      <a:pt x="96897" y="31097"/>
                    </a:lnTo>
                    <a:lnTo>
                      <a:pt x="76166" y="10366"/>
                    </a:lnTo>
                    <a:lnTo>
                      <a:pt x="55269" y="10366"/>
                    </a:lnTo>
                    <a:lnTo>
                      <a:pt x="449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26" name="Google Shape;26;p2"/>
            <p:cNvSpPr/>
            <p:nvPr/>
          </p:nvSpPr>
          <p:spPr>
            <a:xfrm rot="10800000">
              <a:off x="-689412" y="-1173475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 rot="10800000">
              <a:off x="4880516" y="-2417039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2"/>
          <p:cNvSpPr txBox="1">
            <a:spLocks noGrp="1"/>
          </p:cNvSpPr>
          <p:nvPr>
            <p:ph type="ctrTitle"/>
          </p:nvPr>
        </p:nvSpPr>
        <p:spPr>
          <a:xfrm>
            <a:off x="1394250" y="1432275"/>
            <a:ext cx="6355500" cy="1610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2"/>
          <p:cNvSpPr txBox="1">
            <a:spLocks noGrp="1"/>
          </p:cNvSpPr>
          <p:nvPr>
            <p:ph type="subTitle" idx="1"/>
          </p:nvPr>
        </p:nvSpPr>
        <p:spPr>
          <a:xfrm>
            <a:off x="1394250" y="3058425"/>
            <a:ext cx="6355500" cy="3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4"/>
          <p:cNvGrpSpPr/>
          <p:nvPr/>
        </p:nvGrpSpPr>
        <p:grpSpPr>
          <a:xfrm>
            <a:off x="7852085" y="4186321"/>
            <a:ext cx="3074607" cy="453954"/>
            <a:chOff x="5478797" y="847321"/>
            <a:chExt cx="3074607" cy="453954"/>
          </a:xfrm>
        </p:grpSpPr>
        <p:grpSp>
          <p:nvGrpSpPr>
            <p:cNvPr id="55" name="Google Shape;55;p4"/>
            <p:cNvGrpSpPr/>
            <p:nvPr/>
          </p:nvGrpSpPr>
          <p:grpSpPr>
            <a:xfrm flipH="1">
              <a:off x="5675409" y="922405"/>
              <a:ext cx="2877996" cy="223763"/>
              <a:chOff x="1687059" y="2012316"/>
              <a:chExt cx="3573375" cy="277863"/>
            </a:xfrm>
          </p:grpSpPr>
          <p:sp>
            <p:nvSpPr>
              <p:cNvPr id="56" name="Google Shape;56;p4"/>
              <p:cNvSpPr/>
              <p:nvPr/>
            </p:nvSpPr>
            <p:spPr>
              <a:xfrm>
                <a:off x="1687059" y="2012316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7" name="Google Shape;57;p4"/>
              <p:cNvSpPr/>
              <p:nvPr/>
            </p:nvSpPr>
            <p:spPr>
              <a:xfrm>
                <a:off x="5203734" y="2233479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" name="Google Shape;58;p4"/>
            <p:cNvGrpSpPr/>
            <p:nvPr/>
          </p:nvGrpSpPr>
          <p:grpSpPr>
            <a:xfrm flipH="1">
              <a:off x="6072799" y="847321"/>
              <a:ext cx="2430997" cy="185534"/>
              <a:chOff x="1748547" y="1392116"/>
              <a:chExt cx="5911958" cy="451312"/>
            </a:xfrm>
          </p:grpSpPr>
          <p:sp>
            <p:nvSpPr>
              <p:cNvPr id="59" name="Google Shape;59;p4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0" name="Google Shape;60;p4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" name="Google Shape;61;p4"/>
            <p:cNvGrpSpPr/>
            <p:nvPr/>
          </p:nvGrpSpPr>
          <p:grpSpPr>
            <a:xfrm flipH="1">
              <a:off x="5478797" y="1255615"/>
              <a:ext cx="3010303" cy="45661"/>
              <a:chOff x="1766900" y="2869225"/>
              <a:chExt cx="3737650" cy="56700"/>
            </a:xfrm>
          </p:grpSpPr>
          <p:cxnSp>
            <p:nvCxnSpPr>
              <p:cNvPr id="62" name="Google Shape;62;p4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3" name="Google Shape;63;p4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4" name="Google Shape;64;p4"/>
          <p:cNvGrpSpPr/>
          <p:nvPr/>
        </p:nvGrpSpPr>
        <p:grpSpPr>
          <a:xfrm>
            <a:off x="-522276" y="-1302097"/>
            <a:ext cx="7191391" cy="7853482"/>
            <a:chOff x="-522276" y="-1302097"/>
            <a:chExt cx="7191391" cy="7853482"/>
          </a:xfrm>
        </p:grpSpPr>
        <p:sp>
          <p:nvSpPr>
            <p:cNvPr id="65" name="Google Shape;65;p4"/>
            <p:cNvSpPr/>
            <p:nvPr/>
          </p:nvSpPr>
          <p:spPr>
            <a:xfrm flipH="1">
              <a:off x="3148717" y="4709785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4"/>
            <p:cNvSpPr/>
            <p:nvPr/>
          </p:nvSpPr>
          <p:spPr>
            <a:xfrm rot="10800000" flipH="1">
              <a:off x="-522276" y="-1302097"/>
              <a:ext cx="3520399" cy="1841600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" name="Google Shape;67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4"/>
          <p:cNvSpPr txBox="1">
            <a:spLocks noGrp="1"/>
          </p:cNvSpPr>
          <p:nvPr>
            <p:ph type="body" idx="1"/>
          </p:nvPr>
        </p:nvSpPr>
        <p:spPr>
          <a:xfrm>
            <a:off x="720000" y="1065989"/>
            <a:ext cx="7704000" cy="3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>
                <a:solidFill>
                  <a:schemeClr val="hlink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4"/>
          <p:cNvSpPr/>
          <p:nvPr/>
        </p:nvSpPr>
        <p:spPr>
          <a:xfrm flipH="1">
            <a:off x="6000549" y="4603999"/>
            <a:ext cx="1205478" cy="219752"/>
          </a:xfrm>
          <a:custGeom>
            <a:avLst/>
            <a:gdLst/>
            <a:ahLst/>
            <a:cxnLst/>
            <a:rect l="l" t="t" r="r" b="b"/>
            <a:pathLst>
              <a:path w="15848" h="2889" extrusionOk="0">
                <a:moveTo>
                  <a:pt x="0" y="0"/>
                </a:moveTo>
                <a:lnTo>
                  <a:pt x="2889" y="2889"/>
                </a:lnTo>
                <a:lnTo>
                  <a:pt x="15847" y="2889"/>
                </a:lnTo>
                <a:lnTo>
                  <a:pt x="129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" name="Google Shape;70;p4"/>
          <p:cNvGrpSpPr/>
          <p:nvPr/>
        </p:nvGrpSpPr>
        <p:grpSpPr>
          <a:xfrm>
            <a:off x="4132575" y="4716825"/>
            <a:ext cx="5724316" cy="2084515"/>
            <a:chOff x="4132575" y="4716825"/>
            <a:chExt cx="5724316" cy="2084515"/>
          </a:xfrm>
        </p:grpSpPr>
        <p:sp>
          <p:nvSpPr>
            <p:cNvPr id="71" name="Google Shape;71;p4"/>
            <p:cNvSpPr/>
            <p:nvPr/>
          </p:nvSpPr>
          <p:spPr>
            <a:xfrm flipH="1">
              <a:off x="5361875" y="4716825"/>
              <a:ext cx="4495016" cy="2084515"/>
            </a:xfrm>
            <a:custGeom>
              <a:avLst/>
              <a:gdLst/>
              <a:ahLst/>
              <a:cxnLst/>
              <a:rect l="l" t="t" r="r" b="b"/>
              <a:pathLst>
                <a:path w="101749" h="47185" extrusionOk="0">
                  <a:moveTo>
                    <a:pt x="0" y="1"/>
                  </a:moveTo>
                  <a:lnTo>
                    <a:pt x="0" y="47185"/>
                  </a:lnTo>
                  <a:lnTo>
                    <a:pt x="101748" y="47185"/>
                  </a:lnTo>
                  <a:lnTo>
                    <a:pt x="101748" y="31097"/>
                  </a:lnTo>
                  <a:lnTo>
                    <a:pt x="96897" y="31097"/>
                  </a:lnTo>
                  <a:lnTo>
                    <a:pt x="76166" y="10366"/>
                  </a:lnTo>
                  <a:lnTo>
                    <a:pt x="55269" y="10366"/>
                  </a:lnTo>
                  <a:lnTo>
                    <a:pt x="449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4"/>
            <p:cNvSpPr/>
            <p:nvPr/>
          </p:nvSpPr>
          <p:spPr>
            <a:xfrm flipH="1">
              <a:off x="4132575" y="4716825"/>
              <a:ext cx="4495016" cy="2084515"/>
            </a:xfrm>
            <a:custGeom>
              <a:avLst/>
              <a:gdLst/>
              <a:ahLst/>
              <a:cxnLst/>
              <a:rect l="l" t="t" r="r" b="b"/>
              <a:pathLst>
                <a:path w="101749" h="47185" extrusionOk="0">
                  <a:moveTo>
                    <a:pt x="0" y="1"/>
                  </a:moveTo>
                  <a:lnTo>
                    <a:pt x="0" y="47185"/>
                  </a:lnTo>
                  <a:lnTo>
                    <a:pt x="101748" y="47185"/>
                  </a:lnTo>
                  <a:lnTo>
                    <a:pt x="101748" y="31097"/>
                  </a:lnTo>
                  <a:lnTo>
                    <a:pt x="96897" y="31097"/>
                  </a:lnTo>
                  <a:lnTo>
                    <a:pt x="76166" y="10366"/>
                  </a:lnTo>
                  <a:lnTo>
                    <a:pt x="55269" y="10366"/>
                  </a:lnTo>
                  <a:lnTo>
                    <a:pt x="4490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21"/>
          <p:cNvSpPr txBox="1">
            <a:spLocks noGrp="1"/>
          </p:cNvSpPr>
          <p:nvPr>
            <p:ph type="subTitle" idx="1"/>
          </p:nvPr>
        </p:nvSpPr>
        <p:spPr>
          <a:xfrm>
            <a:off x="4755095" y="1667625"/>
            <a:ext cx="3040800" cy="21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21"/>
          <p:cNvSpPr txBox="1">
            <a:spLocks noGrp="1"/>
          </p:cNvSpPr>
          <p:nvPr>
            <p:ph type="subTitle" idx="2"/>
          </p:nvPr>
        </p:nvSpPr>
        <p:spPr>
          <a:xfrm>
            <a:off x="1348100" y="1667625"/>
            <a:ext cx="3040800" cy="21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438" name="Google Shape;438;p21"/>
          <p:cNvGrpSpPr/>
          <p:nvPr/>
        </p:nvGrpSpPr>
        <p:grpSpPr>
          <a:xfrm rot="10800000">
            <a:off x="-106737" y="-1645006"/>
            <a:ext cx="9548249" cy="7357518"/>
            <a:chOff x="-1311525" y="-1414418"/>
            <a:chExt cx="9548249" cy="7357518"/>
          </a:xfrm>
        </p:grpSpPr>
        <p:sp>
          <p:nvSpPr>
            <p:cNvPr id="439" name="Google Shape;439;p21"/>
            <p:cNvSpPr/>
            <p:nvPr/>
          </p:nvSpPr>
          <p:spPr>
            <a:xfrm rot="10800000">
              <a:off x="-1311525" y="-1414418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1"/>
            <p:cNvSpPr/>
            <p:nvPr/>
          </p:nvSpPr>
          <p:spPr>
            <a:xfrm flipH="1">
              <a:off x="-1120750" y="4056069"/>
              <a:ext cx="9357474" cy="1887032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1" name="Google Shape;441;p21"/>
          <p:cNvSpPr/>
          <p:nvPr/>
        </p:nvSpPr>
        <p:spPr>
          <a:xfrm rot="10800000" flipH="1">
            <a:off x="5675306" y="4959976"/>
            <a:ext cx="1006784" cy="183531"/>
          </a:xfrm>
          <a:custGeom>
            <a:avLst/>
            <a:gdLst/>
            <a:ahLst/>
            <a:cxnLst/>
            <a:rect l="l" t="t" r="r" b="b"/>
            <a:pathLst>
              <a:path w="15848" h="2889" extrusionOk="0">
                <a:moveTo>
                  <a:pt x="0" y="0"/>
                </a:moveTo>
                <a:lnTo>
                  <a:pt x="2889" y="2889"/>
                </a:lnTo>
                <a:lnTo>
                  <a:pt x="15847" y="2889"/>
                </a:lnTo>
                <a:lnTo>
                  <a:pt x="1295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2" name="Google Shape;442;p21"/>
          <p:cNvGrpSpPr/>
          <p:nvPr/>
        </p:nvGrpSpPr>
        <p:grpSpPr>
          <a:xfrm rot="10800000">
            <a:off x="-1228535" y="-1130234"/>
            <a:ext cx="11726682" cy="8568910"/>
            <a:chOff x="-2306160" y="-3140581"/>
            <a:chExt cx="11726682" cy="8568910"/>
          </a:xfrm>
        </p:grpSpPr>
        <p:sp>
          <p:nvSpPr>
            <p:cNvPr id="443" name="Google Shape;443;p21"/>
            <p:cNvSpPr/>
            <p:nvPr/>
          </p:nvSpPr>
          <p:spPr>
            <a:xfrm rot="10800000" flipH="1">
              <a:off x="-2306160" y="-3140581"/>
              <a:ext cx="5115407" cy="3017539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1"/>
            <p:cNvSpPr/>
            <p:nvPr/>
          </p:nvSpPr>
          <p:spPr>
            <a:xfrm rot="10800000" flipH="1">
              <a:off x="7082099" y="4876491"/>
              <a:ext cx="1418251" cy="267006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1"/>
            <p:cNvSpPr/>
            <p:nvPr/>
          </p:nvSpPr>
          <p:spPr>
            <a:xfrm>
              <a:off x="6615250" y="3890920"/>
              <a:ext cx="2805272" cy="1537408"/>
            </a:xfrm>
            <a:custGeom>
              <a:avLst/>
              <a:gdLst/>
              <a:ahLst/>
              <a:cxnLst/>
              <a:rect l="l" t="t" r="r" b="b"/>
              <a:pathLst>
                <a:path w="87610" h="48014" extrusionOk="0">
                  <a:moveTo>
                    <a:pt x="41297" y="0"/>
                  </a:moveTo>
                  <a:lnTo>
                    <a:pt x="9329" y="31926"/>
                  </a:lnTo>
                  <a:lnTo>
                    <a:pt x="0" y="31926"/>
                  </a:lnTo>
                  <a:lnTo>
                    <a:pt x="0" y="48014"/>
                  </a:lnTo>
                  <a:lnTo>
                    <a:pt x="87610" y="48014"/>
                  </a:lnTo>
                  <a:lnTo>
                    <a:pt x="8761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6" name="Google Shape;446;p21"/>
          <p:cNvGrpSpPr/>
          <p:nvPr/>
        </p:nvGrpSpPr>
        <p:grpSpPr>
          <a:xfrm rot="10800000" flipH="1">
            <a:off x="-1315487" y="4349469"/>
            <a:ext cx="3296400" cy="703085"/>
            <a:chOff x="-12" y="3628590"/>
            <a:chExt cx="3296400" cy="703085"/>
          </a:xfrm>
        </p:grpSpPr>
        <p:grpSp>
          <p:nvGrpSpPr>
            <p:cNvPr id="447" name="Google Shape;447;p21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448" name="Google Shape;448;p21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49" name="Google Shape;449;p21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0" name="Google Shape;450;p21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451" name="Google Shape;451;p21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2" name="Google Shape;452;p21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3" name="Google Shape;453;p21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454" name="Google Shape;454;p21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55" name="Google Shape;455;p21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6" name="Google Shape;456;p21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457" name="Google Shape;457;p21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58" name="Google Shape;458;p21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1"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633" name="Google Shape;633;p27"/>
          <p:cNvGrpSpPr/>
          <p:nvPr/>
        </p:nvGrpSpPr>
        <p:grpSpPr>
          <a:xfrm rot="10800000" flipH="1">
            <a:off x="7632084" y="158865"/>
            <a:ext cx="3010303" cy="380635"/>
            <a:chOff x="5446772" y="1743190"/>
            <a:chExt cx="3010303" cy="380635"/>
          </a:xfrm>
        </p:grpSpPr>
        <p:grpSp>
          <p:nvGrpSpPr>
            <p:cNvPr id="634" name="Google Shape;634;p27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635" name="Google Shape;635;p27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36" name="Google Shape;636;p27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37" name="Google Shape;637;p27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638" name="Google Shape;638;p27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639" name="Google Shape;639;p27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0" name="Google Shape;640;p27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641" name="Google Shape;641;p27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42" name="Google Shape;642;p27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43" name="Google Shape;643;p27"/>
          <p:cNvGrpSpPr/>
          <p:nvPr/>
        </p:nvGrpSpPr>
        <p:grpSpPr>
          <a:xfrm>
            <a:off x="-201828" y="-265593"/>
            <a:ext cx="9294978" cy="6913322"/>
            <a:chOff x="-201828" y="-265593"/>
            <a:chExt cx="9294978" cy="6913322"/>
          </a:xfrm>
        </p:grpSpPr>
        <p:sp>
          <p:nvSpPr>
            <p:cNvPr id="644" name="Google Shape;644;p27"/>
            <p:cNvSpPr/>
            <p:nvPr/>
          </p:nvSpPr>
          <p:spPr>
            <a:xfrm>
              <a:off x="-201828" y="4736333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7"/>
            <p:cNvSpPr/>
            <p:nvPr/>
          </p:nvSpPr>
          <p:spPr>
            <a:xfrm rot="10800000" flipH="1">
              <a:off x="-163643" y="-265593"/>
              <a:ext cx="1539180" cy="805095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6" name="Google Shape;646;p27"/>
          <p:cNvSpPr/>
          <p:nvPr/>
        </p:nvSpPr>
        <p:spPr>
          <a:xfrm rot="10800000" flipH="1">
            <a:off x="8818850" y="4058484"/>
            <a:ext cx="1418251" cy="267006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27"/>
          <p:cNvSpPr/>
          <p:nvPr/>
        </p:nvSpPr>
        <p:spPr>
          <a:xfrm>
            <a:off x="7371025" y="4230050"/>
            <a:ext cx="2805272" cy="1537408"/>
          </a:xfrm>
          <a:custGeom>
            <a:avLst/>
            <a:gdLst/>
            <a:ahLst/>
            <a:cxnLst/>
            <a:rect l="l" t="t" r="r" b="b"/>
            <a:pathLst>
              <a:path w="87610" h="48014" extrusionOk="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1" name="Google Shape;711;p31"/>
          <p:cNvGrpSpPr/>
          <p:nvPr/>
        </p:nvGrpSpPr>
        <p:grpSpPr>
          <a:xfrm rot="10800000">
            <a:off x="-1889528" y="158865"/>
            <a:ext cx="3010303" cy="380635"/>
            <a:chOff x="5446772" y="1743190"/>
            <a:chExt cx="3010303" cy="380635"/>
          </a:xfrm>
        </p:grpSpPr>
        <p:grpSp>
          <p:nvGrpSpPr>
            <p:cNvPr id="712" name="Google Shape;712;p31"/>
            <p:cNvGrpSpPr/>
            <p:nvPr/>
          </p:nvGrpSpPr>
          <p:grpSpPr>
            <a:xfrm flipH="1">
              <a:off x="5898325" y="1865405"/>
              <a:ext cx="1567047" cy="45661"/>
              <a:chOff x="1754675" y="2661275"/>
              <a:chExt cx="1945675" cy="56700"/>
            </a:xfrm>
          </p:grpSpPr>
          <p:cxnSp>
            <p:nvCxnSpPr>
              <p:cNvPr id="713" name="Google Shape;713;p31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14" name="Google Shape;714;p31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5" name="Google Shape;715;p31"/>
            <p:cNvGrpSpPr/>
            <p:nvPr/>
          </p:nvGrpSpPr>
          <p:grpSpPr>
            <a:xfrm flipH="1">
              <a:off x="5477439" y="1987637"/>
              <a:ext cx="1561280" cy="136187"/>
              <a:chOff x="1754675" y="2824000"/>
              <a:chExt cx="4728285" cy="412439"/>
            </a:xfrm>
          </p:grpSpPr>
          <p:sp>
            <p:nvSpPr>
              <p:cNvPr id="716" name="Google Shape;716;p31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17" name="Google Shape;717;p31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8" name="Google Shape;718;p31"/>
            <p:cNvGrpSpPr/>
            <p:nvPr/>
          </p:nvGrpSpPr>
          <p:grpSpPr>
            <a:xfrm flipH="1">
              <a:off x="5446772" y="1743190"/>
              <a:ext cx="3010303" cy="45661"/>
              <a:chOff x="1766900" y="2869225"/>
              <a:chExt cx="3737650" cy="56700"/>
            </a:xfrm>
          </p:grpSpPr>
          <p:cxnSp>
            <p:nvCxnSpPr>
              <p:cNvPr id="719" name="Google Shape;719;p31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20" name="Google Shape;720;p31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21" name="Google Shape;721;p31"/>
          <p:cNvGrpSpPr/>
          <p:nvPr/>
        </p:nvGrpSpPr>
        <p:grpSpPr>
          <a:xfrm flipH="1">
            <a:off x="1347409" y="-265593"/>
            <a:ext cx="9294978" cy="6913322"/>
            <a:chOff x="-201828" y="-265593"/>
            <a:chExt cx="9294978" cy="6913322"/>
          </a:xfrm>
        </p:grpSpPr>
        <p:sp>
          <p:nvSpPr>
            <p:cNvPr id="722" name="Google Shape;722;p31"/>
            <p:cNvSpPr/>
            <p:nvPr/>
          </p:nvSpPr>
          <p:spPr>
            <a:xfrm>
              <a:off x="-201828" y="4736333"/>
              <a:ext cx="9294978" cy="1911396"/>
            </a:xfrm>
            <a:custGeom>
              <a:avLst/>
              <a:gdLst/>
              <a:ahLst/>
              <a:cxnLst/>
              <a:rect l="l" t="t" r="r" b="b"/>
              <a:pathLst>
                <a:path w="130200" h="26774" extrusionOk="0">
                  <a:moveTo>
                    <a:pt x="102561" y="0"/>
                  </a:moveTo>
                  <a:lnTo>
                    <a:pt x="88194" y="14370"/>
                  </a:lnTo>
                  <a:lnTo>
                    <a:pt x="66817" y="14370"/>
                  </a:lnTo>
                  <a:lnTo>
                    <a:pt x="52542" y="95"/>
                  </a:lnTo>
                  <a:lnTo>
                    <a:pt x="1" y="95"/>
                  </a:lnTo>
                  <a:lnTo>
                    <a:pt x="1" y="26774"/>
                  </a:lnTo>
                  <a:lnTo>
                    <a:pt x="130200" y="26774"/>
                  </a:lnTo>
                  <a:lnTo>
                    <a:pt x="130200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31"/>
            <p:cNvSpPr/>
            <p:nvPr/>
          </p:nvSpPr>
          <p:spPr>
            <a:xfrm rot="10800000" flipH="1">
              <a:off x="1175807" y="-265593"/>
              <a:ext cx="1539180" cy="805095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4" name="Google Shape;724;p31"/>
          <p:cNvSpPr/>
          <p:nvPr/>
        </p:nvSpPr>
        <p:spPr>
          <a:xfrm rot="10800000">
            <a:off x="794659" y="4876484"/>
            <a:ext cx="1418251" cy="267006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31"/>
          <p:cNvSpPr/>
          <p:nvPr/>
        </p:nvSpPr>
        <p:spPr>
          <a:xfrm flipH="1">
            <a:off x="-561113" y="4230050"/>
            <a:ext cx="2805272" cy="1537408"/>
          </a:xfrm>
          <a:custGeom>
            <a:avLst/>
            <a:gdLst/>
            <a:ahLst/>
            <a:cxnLst/>
            <a:rect l="l" t="t" r="r" b="b"/>
            <a:pathLst>
              <a:path w="87610" h="48014" extrusionOk="0">
                <a:moveTo>
                  <a:pt x="41297" y="0"/>
                </a:moveTo>
                <a:lnTo>
                  <a:pt x="9329" y="31926"/>
                </a:lnTo>
                <a:lnTo>
                  <a:pt x="0" y="31926"/>
                </a:lnTo>
                <a:lnTo>
                  <a:pt x="0" y="48014"/>
                </a:lnTo>
                <a:lnTo>
                  <a:pt x="87610" y="48014"/>
                </a:lnTo>
                <a:lnTo>
                  <a:pt x="8761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7" name="Google Shape;727;p32"/>
          <p:cNvGrpSpPr/>
          <p:nvPr/>
        </p:nvGrpSpPr>
        <p:grpSpPr>
          <a:xfrm flipH="1">
            <a:off x="-2028096" y="-1770656"/>
            <a:ext cx="4007050" cy="2363739"/>
            <a:chOff x="6549401" y="-1824231"/>
            <a:chExt cx="4007050" cy="2363739"/>
          </a:xfrm>
        </p:grpSpPr>
        <p:sp>
          <p:nvSpPr>
            <p:cNvPr id="728" name="Google Shape;728;p32"/>
            <p:cNvSpPr/>
            <p:nvPr/>
          </p:nvSpPr>
          <p:spPr>
            <a:xfrm>
              <a:off x="7695191" y="307513"/>
              <a:ext cx="1232340" cy="231995"/>
            </a:xfrm>
            <a:custGeom>
              <a:avLst/>
              <a:gdLst/>
              <a:ahLst/>
              <a:cxnLst/>
              <a:rect l="l" t="t" r="r" b="b"/>
              <a:pathLst>
                <a:path w="22325" h="4203" extrusionOk="0">
                  <a:moveTo>
                    <a:pt x="0" y="0"/>
                  </a:moveTo>
                  <a:lnTo>
                    <a:pt x="4191" y="4191"/>
                  </a:lnTo>
                  <a:lnTo>
                    <a:pt x="22325" y="4202"/>
                  </a:lnTo>
                  <a:lnTo>
                    <a:pt x="181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32"/>
            <p:cNvSpPr/>
            <p:nvPr/>
          </p:nvSpPr>
          <p:spPr>
            <a:xfrm rot="10800000">
              <a:off x="6549401" y="-1824231"/>
              <a:ext cx="4007050" cy="2363728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0" name="Google Shape;730;p32"/>
          <p:cNvGrpSpPr/>
          <p:nvPr/>
        </p:nvGrpSpPr>
        <p:grpSpPr>
          <a:xfrm flipH="1">
            <a:off x="7391104" y="241540"/>
            <a:ext cx="3296400" cy="703085"/>
            <a:chOff x="-12" y="3628590"/>
            <a:chExt cx="3296400" cy="703085"/>
          </a:xfrm>
        </p:grpSpPr>
        <p:grpSp>
          <p:nvGrpSpPr>
            <p:cNvPr id="731" name="Google Shape;731;p32"/>
            <p:cNvGrpSpPr/>
            <p:nvPr/>
          </p:nvGrpSpPr>
          <p:grpSpPr>
            <a:xfrm>
              <a:off x="854867" y="3996692"/>
              <a:ext cx="1567047" cy="45661"/>
              <a:chOff x="1754675" y="2661275"/>
              <a:chExt cx="1945675" cy="56700"/>
            </a:xfrm>
          </p:grpSpPr>
          <p:cxnSp>
            <p:nvCxnSpPr>
              <p:cNvPr id="732" name="Google Shape;732;p32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33" name="Google Shape;733;p32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4" name="Google Shape;734;p32"/>
            <p:cNvGrpSpPr/>
            <p:nvPr/>
          </p:nvGrpSpPr>
          <p:grpSpPr>
            <a:xfrm>
              <a:off x="518420" y="4195487"/>
              <a:ext cx="1561280" cy="136187"/>
              <a:chOff x="1754675" y="2824000"/>
              <a:chExt cx="4728285" cy="412439"/>
            </a:xfrm>
          </p:grpSpPr>
          <p:sp>
            <p:nvSpPr>
              <p:cNvPr id="735" name="Google Shape;735;p32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36" name="Google Shape;736;p32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37" name="Google Shape;737;p32"/>
            <p:cNvGrpSpPr/>
            <p:nvPr/>
          </p:nvGrpSpPr>
          <p:grpSpPr>
            <a:xfrm>
              <a:off x="226304" y="3764887"/>
              <a:ext cx="3070084" cy="102364"/>
              <a:chOff x="1779150" y="2604263"/>
              <a:chExt cx="3811875" cy="127113"/>
            </a:xfrm>
          </p:grpSpPr>
          <p:sp>
            <p:nvSpPr>
              <p:cNvPr id="738" name="Google Shape;738;p32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39" name="Google Shape;739;p32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40" name="Google Shape;740;p32"/>
            <p:cNvGrpSpPr/>
            <p:nvPr/>
          </p:nvGrpSpPr>
          <p:grpSpPr>
            <a:xfrm>
              <a:off x="-12" y="3628590"/>
              <a:ext cx="3010303" cy="45661"/>
              <a:chOff x="1766900" y="2869225"/>
              <a:chExt cx="3737650" cy="56700"/>
            </a:xfrm>
          </p:grpSpPr>
          <p:cxnSp>
            <p:nvCxnSpPr>
              <p:cNvPr id="741" name="Google Shape;741;p32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42" name="Google Shape;742;p32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43" name="Google Shape;743;p32"/>
          <p:cNvGrpSpPr/>
          <p:nvPr/>
        </p:nvGrpSpPr>
        <p:grpSpPr>
          <a:xfrm flipH="1">
            <a:off x="-1341650" y="-685669"/>
            <a:ext cx="10751988" cy="7671703"/>
            <a:chOff x="-881984" y="-739244"/>
            <a:chExt cx="10751988" cy="7671703"/>
          </a:xfrm>
        </p:grpSpPr>
        <p:sp>
          <p:nvSpPr>
            <p:cNvPr id="744" name="Google Shape;744;p32"/>
            <p:cNvSpPr/>
            <p:nvPr/>
          </p:nvSpPr>
          <p:spPr>
            <a:xfrm flipH="1">
              <a:off x="5675437" y="4457952"/>
              <a:ext cx="4194567" cy="2474507"/>
            </a:xfrm>
            <a:custGeom>
              <a:avLst/>
              <a:gdLst/>
              <a:ahLst/>
              <a:cxnLst/>
              <a:rect l="l" t="t" r="r" b="b"/>
              <a:pathLst>
                <a:path w="111617" h="65842" extrusionOk="0">
                  <a:moveTo>
                    <a:pt x="0" y="0"/>
                  </a:moveTo>
                  <a:lnTo>
                    <a:pt x="0" y="65842"/>
                  </a:lnTo>
                  <a:lnTo>
                    <a:pt x="111616" y="65842"/>
                  </a:lnTo>
                  <a:lnTo>
                    <a:pt x="111616" y="17621"/>
                  </a:lnTo>
                  <a:lnTo>
                    <a:pt x="97436" y="17621"/>
                  </a:lnTo>
                  <a:lnTo>
                    <a:pt x="85702" y="6053"/>
                  </a:lnTo>
                  <a:lnTo>
                    <a:pt x="52864" y="6053"/>
                  </a:lnTo>
                  <a:lnTo>
                    <a:pt x="4681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32"/>
            <p:cNvSpPr/>
            <p:nvPr/>
          </p:nvSpPr>
          <p:spPr>
            <a:xfrm rot="10800000" flipH="1">
              <a:off x="-881984" y="-739244"/>
              <a:ext cx="1959133" cy="1024867"/>
            </a:xfrm>
            <a:custGeom>
              <a:avLst/>
              <a:gdLst/>
              <a:ahLst/>
              <a:cxnLst/>
              <a:rect l="l" t="t" r="r" b="b"/>
              <a:pathLst>
                <a:path w="64958" h="33981" extrusionOk="0">
                  <a:moveTo>
                    <a:pt x="1" y="0"/>
                  </a:moveTo>
                  <a:lnTo>
                    <a:pt x="1" y="33831"/>
                  </a:lnTo>
                  <a:lnTo>
                    <a:pt x="64957" y="33980"/>
                  </a:lnTo>
                  <a:lnTo>
                    <a:pt x="64957" y="33980"/>
                  </a:lnTo>
                  <a:lnTo>
                    <a:pt x="30991" y="0"/>
                  </a:lnTo>
                  <a:close/>
                </a:path>
              </a:pathLst>
            </a:custGeom>
            <a:solidFill>
              <a:srgbClr val="000000">
                <a:alpha val="87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46" name="Google Shape;746;p32"/>
          <p:cNvSpPr/>
          <p:nvPr/>
        </p:nvSpPr>
        <p:spPr>
          <a:xfrm flipH="1">
            <a:off x="-417877" y="511088"/>
            <a:ext cx="1232340" cy="231995"/>
          </a:xfrm>
          <a:custGeom>
            <a:avLst/>
            <a:gdLst/>
            <a:ahLst/>
            <a:cxnLst/>
            <a:rect l="l" t="t" r="r" b="b"/>
            <a:pathLst>
              <a:path w="22325" h="4203" extrusionOk="0">
                <a:moveTo>
                  <a:pt x="0" y="0"/>
                </a:moveTo>
                <a:lnTo>
                  <a:pt x="4191" y="4191"/>
                </a:lnTo>
                <a:lnTo>
                  <a:pt x="22325" y="4202"/>
                </a:lnTo>
                <a:lnTo>
                  <a:pt x="1813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32"/>
          <p:cNvSpPr/>
          <p:nvPr/>
        </p:nvSpPr>
        <p:spPr>
          <a:xfrm rot="10800000" flipH="1">
            <a:off x="-621671" y="-1770656"/>
            <a:ext cx="4007050" cy="2363728"/>
          </a:xfrm>
          <a:custGeom>
            <a:avLst/>
            <a:gdLst/>
            <a:ahLst/>
            <a:cxnLst/>
            <a:rect l="l" t="t" r="r" b="b"/>
            <a:pathLst>
              <a:path w="111617" h="65842" extrusionOk="0">
                <a:moveTo>
                  <a:pt x="0" y="0"/>
                </a:moveTo>
                <a:lnTo>
                  <a:pt x="0" y="65842"/>
                </a:lnTo>
                <a:lnTo>
                  <a:pt x="111616" y="65842"/>
                </a:lnTo>
                <a:lnTo>
                  <a:pt x="111616" y="17621"/>
                </a:lnTo>
                <a:lnTo>
                  <a:pt x="97436" y="17621"/>
                </a:lnTo>
                <a:lnTo>
                  <a:pt x="85702" y="6053"/>
                </a:lnTo>
                <a:lnTo>
                  <a:pt x="52864" y="6053"/>
                </a:lnTo>
                <a:lnTo>
                  <a:pt x="4681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oppins Black"/>
              <a:buNone/>
              <a:defRPr sz="26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sz="35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8" r:id="rId3"/>
    <p:sldLayoutId id="2147483667" r:id="rId4"/>
    <p:sldLayoutId id="2147483673" r:id="rId5"/>
    <p:sldLayoutId id="2147483677" r:id="rId6"/>
    <p:sldLayoutId id="2147483678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36"/>
          <p:cNvSpPr txBox="1">
            <a:spLocks noGrp="1"/>
          </p:cNvSpPr>
          <p:nvPr>
            <p:ph type="subTitle" idx="1"/>
          </p:nvPr>
        </p:nvSpPr>
        <p:spPr>
          <a:xfrm>
            <a:off x="1448449" y="2929673"/>
            <a:ext cx="6355500" cy="38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en-US" dirty="0"/>
              <a:t>Spending, Debt, Liquidity, and Financial Health Assessment</a:t>
            </a:r>
            <a:endParaRPr dirty="0"/>
          </a:p>
        </p:txBody>
      </p:sp>
      <p:sp>
        <p:nvSpPr>
          <p:cNvPr id="759" name="Google Shape;759;p36"/>
          <p:cNvSpPr txBox="1">
            <a:spLocks noGrp="1"/>
          </p:cNvSpPr>
          <p:nvPr>
            <p:ph type="ctrTitle"/>
          </p:nvPr>
        </p:nvSpPr>
        <p:spPr>
          <a:xfrm>
            <a:off x="1394250" y="1473802"/>
            <a:ext cx="6355500" cy="16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Household Financial Analysis</a:t>
            </a:r>
            <a:endParaRPr dirty="0"/>
          </a:p>
        </p:txBody>
      </p:sp>
      <p:grpSp>
        <p:nvGrpSpPr>
          <p:cNvPr id="760" name="Google Shape;760;p36"/>
          <p:cNvGrpSpPr/>
          <p:nvPr/>
        </p:nvGrpSpPr>
        <p:grpSpPr>
          <a:xfrm rot="10800000">
            <a:off x="6662200" y="3637323"/>
            <a:ext cx="3537150" cy="626797"/>
            <a:chOff x="1199232" y="2120038"/>
            <a:chExt cx="4391793" cy="778340"/>
          </a:xfrm>
        </p:grpSpPr>
        <p:grpSp>
          <p:nvGrpSpPr>
            <p:cNvPr id="761" name="Google Shape;761;p36"/>
            <p:cNvGrpSpPr/>
            <p:nvPr/>
          </p:nvGrpSpPr>
          <p:grpSpPr>
            <a:xfrm>
              <a:off x="2227732" y="2577138"/>
              <a:ext cx="1945675" cy="56700"/>
              <a:chOff x="2227732" y="2661275"/>
              <a:chExt cx="1945675" cy="56700"/>
            </a:xfrm>
          </p:grpSpPr>
          <p:cxnSp>
            <p:nvCxnSpPr>
              <p:cNvPr id="762" name="Google Shape;762;p36"/>
              <p:cNvCxnSpPr/>
              <p:nvPr/>
            </p:nvCxnSpPr>
            <p:spPr>
              <a:xfrm>
                <a:off x="2227732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63" name="Google Shape;763;p36"/>
              <p:cNvSpPr/>
              <p:nvPr/>
            </p:nvSpPr>
            <p:spPr>
              <a:xfrm>
                <a:off x="4116707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4" name="Google Shape;764;p36"/>
            <p:cNvGrpSpPr/>
            <p:nvPr/>
          </p:nvGrpSpPr>
          <p:grpSpPr>
            <a:xfrm>
              <a:off x="1943838" y="2729277"/>
              <a:ext cx="1938597" cy="169100"/>
              <a:chOff x="2216194" y="2593212"/>
              <a:chExt cx="4728285" cy="412439"/>
            </a:xfrm>
          </p:grpSpPr>
          <p:sp>
            <p:nvSpPr>
              <p:cNvPr id="765" name="Google Shape;765;p36"/>
              <p:cNvSpPr/>
              <p:nvPr/>
            </p:nvSpPr>
            <p:spPr>
              <a:xfrm>
                <a:off x="2216194" y="2593212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6" name="Google Shape;766;p36"/>
              <p:cNvSpPr/>
              <p:nvPr/>
            </p:nvSpPr>
            <p:spPr>
              <a:xfrm>
                <a:off x="6810079" y="2871251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7" name="Google Shape;767;p36"/>
            <p:cNvGrpSpPr/>
            <p:nvPr/>
          </p:nvGrpSpPr>
          <p:grpSpPr>
            <a:xfrm>
              <a:off x="1779150" y="2289288"/>
              <a:ext cx="3811875" cy="127113"/>
              <a:chOff x="1779150" y="2604263"/>
              <a:chExt cx="3811875" cy="127113"/>
            </a:xfrm>
          </p:grpSpPr>
          <p:sp>
            <p:nvSpPr>
              <p:cNvPr id="768" name="Google Shape;768;p36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9" name="Google Shape;769;p36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0" name="Google Shape;770;p36"/>
            <p:cNvGrpSpPr/>
            <p:nvPr/>
          </p:nvGrpSpPr>
          <p:grpSpPr>
            <a:xfrm>
              <a:off x="1199232" y="2120038"/>
              <a:ext cx="3737650" cy="56700"/>
              <a:chOff x="1199232" y="2869225"/>
              <a:chExt cx="3737650" cy="56700"/>
            </a:xfrm>
          </p:grpSpPr>
          <p:cxnSp>
            <p:nvCxnSpPr>
              <p:cNvPr id="771" name="Google Shape;771;p36"/>
              <p:cNvCxnSpPr/>
              <p:nvPr/>
            </p:nvCxnSpPr>
            <p:spPr>
              <a:xfrm>
                <a:off x="1199232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72" name="Google Shape;772;p36"/>
              <p:cNvSpPr/>
              <p:nvPr/>
            </p:nvSpPr>
            <p:spPr>
              <a:xfrm>
                <a:off x="4880182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73" name="Google Shape;773;p36"/>
          <p:cNvGrpSpPr/>
          <p:nvPr/>
        </p:nvGrpSpPr>
        <p:grpSpPr>
          <a:xfrm>
            <a:off x="-1696246" y="967904"/>
            <a:ext cx="3599787" cy="1044096"/>
            <a:chOff x="-1431671" y="656504"/>
            <a:chExt cx="3599787" cy="1044096"/>
          </a:xfrm>
        </p:grpSpPr>
        <p:grpSp>
          <p:nvGrpSpPr>
            <p:cNvPr id="774" name="Google Shape;774;p36"/>
            <p:cNvGrpSpPr/>
            <p:nvPr/>
          </p:nvGrpSpPr>
          <p:grpSpPr>
            <a:xfrm>
              <a:off x="-368508" y="1432892"/>
              <a:ext cx="1567047" cy="45661"/>
              <a:chOff x="1754675" y="2661275"/>
              <a:chExt cx="1945675" cy="56700"/>
            </a:xfrm>
          </p:grpSpPr>
          <p:cxnSp>
            <p:nvCxnSpPr>
              <p:cNvPr id="775" name="Google Shape;775;p36"/>
              <p:cNvCxnSpPr/>
              <p:nvPr/>
            </p:nvCxnSpPr>
            <p:spPr>
              <a:xfrm>
                <a:off x="1754675" y="2689625"/>
                <a:ext cx="1896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76" name="Google Shape;776;p36"/>
              <p:cNvSpPr/>
              <p:nvPr/>
            </p:nvSpPr>
            <p:spPr>
              <a:xfrm>
                <a:off x="3643650" y="266127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77" name="Google Shape;777;p36"/>
            <p:cNvGrpSpPr/>
            <p:nvPr/>
          </p:nvGrpSpPr>
          <p:grpSpPr>
            <a:xfrm>
              <a:off x="-766480" y="1564412"/>
              <a:ext cx="1561280" cy="136187"/>
              <a:chOff x="1754675" y="2824000"/>
              <a:chExt cx="4728285" cy="412439"/>
            </a:xfrm>
          </p:grpSpPr>
          <p:sp>
            <p:nvSpPr>
              <p:cNvPr id="778" name="Google Shape;778;p36"/>
              <p:cNvSpPr/>
              <p:nvPr/>
            </p:nvSpPr>
            <p:spPr>
              <a:xfrm>
                <a:off x="1754675" y="2824000"/>
                <a:ext cx="4593868" cy="355100"/>
              </a:xfrm>
              <a:custGeom>
                <a:avLst/>
                <a:gdLst/>
                <a:ahLst/>
                <a:cxnLst/>
                <a:rect l="l" t="t" r="r" b="b"/>
                <a:pathLst>
                  <a:path w="77550" h="5994" extrusionOk="0">
                    <a:moveTo>
                      <a:pt x="0" y="0"/>
                    </a:moveTo>
                    <a:lnTo>
                      <a:pt x="59202" y="0"/>
                    </a:lnTo>
                    <a:lnTo>
                      <a:pt x="65196" y="5994"/>
                    </a:lnTo>
                    <a:lnTo>
                      <a:pt x="77550" y="5994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9" name="Google Shape;779;p36"/>
              <p:cNvSpPr/>
              <p:nvPr/>
            </p:nvSpPr>
            <p:spPr>
              <a:xfrm>
                <a:off x="6348560" y="3102039"/>
                <a:ext cx="134400" cy="1344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0" name="Google Shape;780;p36"/>
            <p:cNvGrpSpPr/>
            <p:nvPr/>
          </p:nvGrpSpPr>
          <p:grpSpPr>
            <a:xfrm>
              <a:off x="-1431671" y="1201087"/>
              <a:ext cx="3070084" cy="102364"/>
              <a:chOff x="1779150" y="2604263"/>
              <a:chExt cx="3811875" cy="127113"/>
            </a:xfrm>
          </p:grpSpPr>
          <p:sp>
            <p:nvSpPr>
              <p:cNvPr id="781" name="Google Shape;781;p36"/>
              <p:cNvSpPr/>
              <p:nvPr/>
            </p:nvSpPr>
            <p:spPr>
              <a:xfrm>
                <a:off x="1779150" y="2630450"/>
                <a:ext cx="3755175" cy="100925"/>
              </a:xfrm>
              <a:custGeom>
                <a:avLst/>
                <a:gdLst/>
                <a:ahLst/>
                <a:cxnLst/>
                <a:rect l="l" t="t" r="r" b="b"/>
                <a:pathLst>
                  <a:path w="150207" h="4037" extrusionOk="0">
                    <a:moveTo>
                      <a:pt x="0" y="4037"/>
                    </a:moveTo>
                    <a:lnTo>
                      <a:pt x="83176" y="4037"/>
                    </a:lnTo>
                    <a:lnTo>
                      <a:pt x="87213" y="0"/>
                    </a:lnTo>
                    <a:lnTo>
                      <a:pt x="150207" y="0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2" name="Google Shape;782;p36"/>
              <p:cNvSpPr/>
              <p:nvPr/>
            </p:nvSpPr>
            <p:spPr>
              <a:xfrm>
                <a:off x="5534325" y="260426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3" name="Google Shape;783;p36"/>
            <p:cNvGrpSpPr/>
            <p:nvPr/>
          </p:nvGrpSpPr>
          <p:grpSpPr>
            <a:xfrm>
              <a:off x="-856941" y="773805"/>
              <a:ext cx="2877996" cy="223763"/>
              <a:chOff x="1748550" y="2064750"/>
              <a:chExt cx="3573375" cy="277863"/>
            </a:xfrm>
          </p:grpSpPr>
          <p:sp>
            <p:nvSpPr>
              <p:cNvPr id="784" name="Google Shape;784;p36"/>
              <p:cNvSpPr/>
              <p:nvPr/>
            </p:nvSpPr>
            <p:spPr>
              <a:xfrm>
                <a:off x="1748550" y="2064750"/>
                <a:ext cx="3516675" cy="253825"/>
              </a:xfrm>
              <a:custGeom>
                <a:avLst/>
                <a:gdLst/>
                <a:ahLst/>
                <a:cxnLst/>
                <a:rect l="l" t="t" r="r" b="b"/>
                <a:pathLst>
                  <a:path w="140667" h="10153" extrusionOk="0">
                    <a:moveTo>
                      <a:pt x="0" y="0"/>
                    </a:moveTo>
                    <a:lnTo>
                      <a:pt x="67520" y="0"/>
                    </a:lnTo>
                    <a:lnTo>
                      <a:pt x="77673" y="10153"/>
                    </a:lnTo>
                    <a:lnTo>
                      <a:pt x="140667" y="1015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5" name="Google Shape;785;p36"/>
              <p:cNvSpPr/>
              <p:nvPr/>
            </p:nvSpPr>
            <p:spPr>
              <a:xfrm>
                <a:off x="5265225" y="2285913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6" name="Google Shape;786;p36"/>
            <p:cNvGrpSpPr/>
            <p:nvPr/>
          </p:nvGrpSpPr>
          <p:grpSpPr>
            <a:xfrm>
              <a:off x="-856958" y="656504"/>
              <a:ext cx="2430741" cy="185537"/>
              <a:chOff x="1748547" y="1392116"/>
              <a:chExt cx="5911958" cy="451312"/>
            </a:xfrm>
          </p:grpSpPr>
          <p:sp>
            <p:nvSpPr>
              <p:cNvPr id="787" name="Google Shape;787;p36"/>
              <p:cNvSpPr/>
              <p:nvPr/>
            </p:nvSpPr>
            <p:spPr>
              <a:xfrm>
                <a:off x="1748547" y="1392116"/>
                <a:ext cx="5793758" cy="395567"/>
              </a:xfrm>
              <a:custGeom>
                <a:avLst/>
                <a:gdLst/>
                <a:ahLst/>
                <a:cxnLst/>
                <a:rect l="l" t="t" r="r" b="b"/>
                <a:pathLst>
                  <a:path w="111066" h="7583" extrusionOk="0">
                    <a:moveTo>
                      <a:pt x="0" y="0"/>
                    </a:moveTo>
                    <a:lnTo>
                      <a:pt x="79263" y="0"/>
                    </a:lnTo>
                    <a:lnTo>
                      <a:pt x="86847" y="7583"/>
                    </a:lnTo>
                    <a:lnTo>
                      <a:pt x="111066" y="7583"/>
                    </a:lnTo>
                  </a:path>
                </a:pathLst>
              </a:cu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8" name="Google Shape;788;p36"/>
              <p:cNvSpPr/>
              <p:nvPr/>
            </p:nvSpPr>
            <p:spPr>
              <a:xfrm>
                <a:off x="7542305" y="1725228"/>
                <a:ext cx="118200" cy="1182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89" name="Google Shape;789;p36"/>
            <p:cNvGrpSpPr/>
            <p:nvPr/>
          </p:nvGrpSpPr>
          <p:grpSpPr>
            <a:xfrm>
              <a:off x="-842187" y="1064790"/>
              <a:ext cx="3010303" cy="45661"/>
              <a:chOff x="1766900" y="2869225"/>
              <a:chExt cx="3737650" cy="56700"/>
            </a:xfrm>
          </p:grpSpPr>
          <p:cxnSp>
            <p:nvCxnSpPr>
              <p:cNvPr id="790" name="Google Shape;790;p36"/>
              <p:cNvCxnSpPr/>
              <p:nvPr/>
            </p:nvCxnSpPr>
            <p:spPr>
              <a:xfrm>
                <a:off x="1766900" y="2897575"/>
                <a:ext cx="368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91" name="Google Shape;791;p36"/>
              <p:cNvSpPr/>
              <p:nvPr/>
            </p:nvSpPr>
            <p:spPr>
              <a:xfrm>
                <a:off x="5447850" y="2869225"/>
                <a:ext cx="56700" cy="56700"/>
              </a:xfrm>
              <a:prstGeom prst="ellipse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Google Shape;758;p36">
            <a:extLst>
              <a:ext uri="{FF2B5EF4-FFF2-40B4-BE49-F238E27FC236}">
                <a16:creationId xmlns:a16="http://schemas.microsoft.com/office/drawing/2014/main" id="{972D7E1A-92AB-B9F9-A561-B85748A07AED}"/>
              </a:ext>
            </a:extLst>
          </p:cNvPr>
          <p:cNvSpPr txBox="1">
            <a:spLocks/>
          </p:cNvSpPr>
          <p:nvPr/>
        </p:nvSpPr>
        <p:spPr>
          <a:xfrm>
            <a:off x="1471282" y="3403582"/>
            <a:ext cx="6355500" cy="3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"/>
              <a:buNone/>
              <a:defRPr sz="15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None/>
              <a:defRPr sz="18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None/>
              <a:defRPr sz="18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None/>
              <a:defRPr sz="18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None/>
              <a:defRPr sz="18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None/>
              <a:defRPr sz="18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None/>
              <a:defRPr sz="18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None/>
              <a:defRPr sz="18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Barlow"/>
              <a:buNone/>
              <a:defRPr sz="18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indent="0" algn="l"/>
            <a:r>
              <a:rPr lang="en-US" sz="900" b="1" dirty="0"/>
              <a:t>Tools:</a:t>
            </a:r>
            <a:r>
              <a:rPr lang="en-US" sz="900" dirty="0"/>
              <a:t> PostgreSQL • SQL • Python • pandas • Matplotlib • Excel</a:t>
            </a:r>
            <a:br>
              <a:rPr lang="en-US" sz="900" dirty="0"/>
            </a:br>
            <a:r>
              <a:rPr lang="en-US" sz="900" b="1" dirty="0"/>
              <a:t>Prepared by:</a:t>
            </a:r>
            <a:r>
              <a:rPr lang="en-US" sz="900" dirty="0"/>
              <a:t> Jared Tyler Fontecha</a:t>
            </a:r>
          </a:p>
          <a:p>
            <a:pPr marL="0" indent="0" algn="l"/>
            <a:endParaRPr lang="en-US" sz="9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AC8EEE8-BC67-337D-990A-56ED32803213}"/>
              </a:ext>
            </a:extLst>
          </p:cNvPr>
          <p:cNvCxnSpPr>
            <a:cxnSpLocks/>
          </p:cNvCxnSpPr>
          <p:nvPr/>
        </p:nvCxnSpPr>
        <p:spPr>
          <a:xfrm>
            <a:off x="1537855" y="3391785"/>
            <a:ext cx="420313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5">
          <a:extLst>
            <a:ext uri="{FF2B5EF4-FFF2-40B4-BE49-F238E27FC236}">
              <a16:creationId xmlns:a16="http://schemas.microsoft.com/office/drawing/2014/main" id="{FC459D4D-EC4E-0DDE-033C-9A2E74CF0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7">
            <a:extLst>
              <a:ext uri="{FF2B5EF4-FFF2-40B4-BE49-F238E27FC236}">
                <a16:creationId xmlns:a16="http://schemas.microsoft.com/office/drawing/2014/main" id="{B336CC31-281A-B8CD-9831-1A81C0CA87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146749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Project Objective</a:t>
            </a:r>
            <a:endParaRPr dirty="0"/>
          </a:p>
        </p:txBody>
      </p:sp>
      <p:sp>
        <p:nvSpPr>
          <p:cNvPr id="797" name="Google Shape;797;p37">
            <a:extLst>
              <a:ext uri="{FF2B5EF4-FFF2-40B4-BE49-F238E27FC236}">
                <a16:creationId xmlns:a16="http://schemas.microsoft.com/office/drawing/2014/main" id="{FFB81AE8-6117-F42B-8CED-C54F533DAA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0000" y="1980388"/>
            <a:ext cx="7704000" cy="11229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30000"/>
              </a:lnSpc>
            </a:pPr>
            <a:r>
              <a:rPr lang="en-US" dirty="0"/>
              <a:t>Evaluate household spending, debt, liquidity, and overall financial health using a full analytics workflow. </a:t>
            </a:r>
          </a:p>
          <a:p>
            <a:pPr lvl="0">
              <a:lnSpc>
                <a:spcPct val="130000"/>
              </a:lnSpc>
            </a:pPr>
            <a:r>
              <a:rPr lang="en-US" dirty="0"/>
              <a:t>Clean and classify raw financial data in PostgreSQL, analyze it with Python/pandas, and present findings through charts and an Excel dashboard. </a:t>
            </a:r>
          </a:p>
          <a:p>
            <a:pPr lvl="0">
              <a:lnSpc>
                <a:spcPct val="130000"/>
              </a:lnSpc>
            </a:pPr>
            <a:r>
              <a:rPr lang="en-US" dirty="0"/>
              <a:t>Identify the biggest financial risks, spending drivers, and realistic paths toward improved cash flow.</a:t>
            </a:r>
          </a:p>
        </p:txBody>
      </p:sp>
      <p:sp>
        <p:nvSpPr>
          <p:cNvPr id="2" name="Google Shape;797;p37">
            <a:extLst>
              <a:ext uri="{FF2B5EF4-FFF2-40B4-BE49-F238E27FC236}">
                <a16:creationId xmlns:a16="http://schemas.microsoft.com/office/drawing/2014/main" id="{BAF63340-6881-2F98-5163-D6F7D54FFFC7}"/>
              </a:ext>
            </a:extLst>
          </p:cNvPr>
          <p:cNvSpPr txBox="1">
            <a:spLocks/>
          </p:cNvSpPr>
          <p:nvPr/>
        </p:nvSpPr>
        <p:spPr>
          <a:xfrm>
            <a:off x="1816112" y="3246509"/>
            <a:ext cx="5511775" cy="33770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 spc="0">
                <a:solidFill>
                  <a:schemeClr val="hlink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152400" indent="0">
              <a:buNone/>
            </a:pPr>
            <a:r>
              <a:rPr lang="en-US" b="1" dirty="0"/>
              <a:t>Goal:</a:t>
            </a:r>
            <a:r>
              <a:rPr lang="en-US" dirty="0"/>
              <a:t> Turn raw household financial data into clear, decision-ready insights.</a:t>
            </a:r>
          </a:p>
        </p:txBody>
      </p:sp>
    </p:spTree>
    <p:extLst>
      <p:ext uri="{BB962C8B-B14F-4D97-AF65-F5344CB8AC3E}">
        <p14:creationId xmlns:p14="http://schemas.microsoft.com/office/powerpoint/2010/main" val="69534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p5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Pipeline</a:t>
            </a:r>
            <a:endParaRPr dirty="0"/>
          </a:p>
        </p:txBody>
      </p:sp>
      <p:sp>
        <p:nvSpPr>
          <p:cNvPr id="1334" name="Google Shape;1334;p58"/>
          <p:cNvSpPr/>
          <p:nvPr/>
        </p:nvSpPr>
        <p:spPr>
          <a:xfrm>
            <a:off x="1335796" y="1183075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5" name="Google Shape;1335;p58"/>
          <p:cNvSpPr/>
          <p:nvPr/>
        </p:nvSpPr>
        <p:spPr>
          <a:xfrm>
            <a:off x="3299696" y="1183075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6" name="Google Shape;1336;p58"/>
          <p:cNvSpPr/>
          <p:nvPr/>
        </p:nvSpPr>
        <p:spPr>
          <a:xfrm>
            <a:off x="5263596" y="1183075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7" name="Google Shape;1337;p58"/>
          <p:cNvSpPr/>
          <p:nvPr/>
        </p:nvSpPr>
        <p:spPr>
          <a:xfrm>
            <a:off x="7227496" y="1183075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8" name="Google Shape;1338;p58"/>
          <p:cNvSpPr txBox="1"/>
          <p:nvPr/>
        </p:nvSpPr>
        <p:spPr>
          <a:xfrm flipH="1">
            <a:off x="713150" y="1835439"/>
            <a:ext cx="18123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Raw CSV Files</a:t>
            </a:r>
            <a:endParaRPr dirty="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339" name="Google Shape;1339;p58"/>
          <p:cNvSpPr txBox="1"/>
          <p:nvPr/>
        </p:nvSpPr>
        <p:spPr>
          <a:xfrm flipH="1">
            <a:off x="713138" y="2095574"/>
            <a:ext cx="1812300" cy="3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900" dirty="0"/>
              <a:t>Raw household data</a:t>
            </a:r>
            <a:endParaRPr sz="900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340" name="Google Shape;1340;p58"/>
          <p:cNvSpPr txBox="1"/>
          <p:nvPr/>
        </p:nvSpPr>
        <p:spPr>
          <a:xfrm flipH="1">
            <a:off x="2677050" y="1835616"/>
            <a:ext cx="18123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PostgreSQL</a:t>
            </a:r>
            <a:endParaRPr dirty="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341" name="Google Shape;1341;p58"/>
          <p:cNvSpPr txBox="1"/>
          <p:nvPr/>
        </p:nvSpPr>
        <p:spPr>
          <a:xfrm flipH="1">
            <a:off x="2677046" y="2095751"/>
            <a:ext cx="1812300" cy="3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900" dirty="0"/>
              <a:t>Store structured data</a:t>
            </a:r>
            <a:endParaRPr sz="900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342" name="Google Shape;1342;p58"/>
          <p:cNvSpPr txBox="1"/>
          <p:nvPr/>
        </p:nvSpPr>
        <p:spPr>
          <a:xfrm flipH="1">
            <a:off x="4640900" y="2007843"/>
            <a:ext cx="18123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SQL Cleaning &amp; Classification</a:t>
            </a:r>
            <a:endParaRPr sz="1200" dirty="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343" name="Google Shape;1343;p58"/>
          <p:cNvSpPr txBox="1"/>
          <p:nvPr/>
        </p:nvSpPr>
        <p:spPr>
          <a:xfrm flipH="1">
            <a:off x="4640946" y="2262447"/>
            <a:ext cx="1812300" cy="3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900" dirty="0"/>
              <a:t>Clean, classify, standardize</a:t>
            </a:r>
            <a:endParaRPr sz="900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344" name="Google Shape;1344;p58"/>
          <p:cNvSpPr txBox="1"/>
          <p:nvPr/>
        </p:nvSpPr>
        <p:spPr>
          <a:xfrm flipH="1">
            <a:off x="6604850" y="2007622"/>
            <a:ext cx="18123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Python/Pandas Analysis</a:t>
            </a:r>
            <a:endParaRPr sz="1200" dirty="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345" name="Google Shape;1345;p58"/>
          <p:cNvSpPr txBox="1"/>
          <p:nvPr/>
        </p:nvSpPr>
        <p:spPr>
          <a:xfrm flipH="1">
            <a:off x="6604846" y="2274478"/>
            <a:ext cx="1812300" cy="3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900" dirty="0"/>
              <a:t>Analyze financial metrics</a:t>
            </a:r>
            <a:endParaRPr sz="900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1346" name="Google Shape;1346;p58"/>
          <p:cNvCxnSpPr>
            <a:cxnSpLocks/>
            <a:stCxn id="1334" idx="3"/>
            <a:endCxn id="1335" idx="1"/>
          </p:cNvCxnSpPr>
          <p:nvPr/>
        </p:nvCxnSpPr>
        <p:spPr>
          <a:xfrm>
            <a:off x="1902796" y="1466575"/>
            <a:ext cx="1396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347" name="Google Shape;1347;p58"/>
          <p:cNvCxnSpPr>
            <a:stCxn id="1335" idx="3"/>
            <a:endCxn id="1336" idx="1"/>
          </p:cNvCxnSpPr>
          <p:nvPr/>
        </p:nvCxnSpPr>
        <p:spPr>
          <a:xfrm>
            <a:off x="3866696" y="1466575"/>
            <a:ext cx="1396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348" name="Google Shape;1348;p58"/>
          <p:cNvCxnSpPr>
            <a:stCxn id="1336" idx="3"/>
            <a:endCxn id="1337" idx="1"/>
          </p:cNvCxnSpPr>
          <p:nvPr/>
        </p:nvCxnSpPr>
        <p:spPr>
          <a:xfrm>
            <a:off x="5830596" y="1466575"/>
            <a:ext cx="1396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1353" name="Google Shape;1353;p58"/>
          <p:cNvSpPr/>
          <p:nvPr/>
        </p:nvSpPr>
        <p:spPr>
          <a:xfrm>
            <a:off x="1335796" y="3038925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4" name="Google Shape;1354;p58"/>
          <p:cNvSpPr/>
          <p:nvPr/>
        </p:nvSpPr>
        <p:spPr>
          <a:xfrm>
            <a:off x="3299696" y="3038925"/>
            <a:ext cx="567000" cy="56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7" name="Google Shape;1357;p58"/>
          <p:cNvSpPr txBox="1"/>
          <p:nvPr/>
        </p:nvSpPr>
        <p:spPr>
          <a:xfrm flipH="1">
            <a:off x="713150" y="3834925"/>
            <a:ext cx="18123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Matplotlib Visualizations</a:t>
            </a:r>
            <a:endParaRPr sz="1200" dirty="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358" name="Google Shape;1358;p58"/>
          <p:cNvSpPr txBox="1"/>
          <p:nvPr/>
        </p:nvSpPr>
        <p:spPr>
          <a:xfrm flipH="1">
            <a:off x="713146" y="4096897"/>
            <a:ext cx="1812300" cy="3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900" dirty="0"/>
              <a:t>Create charts</a:t>
            </a:r>
            <a:endParaRPr sz="900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359" name="Google Shape;1359;p58"/>
          <p:cNvSpPr txBox="1"/>
          <p:nvPr/>
        </p:nvSpPr>
        <p:spPr>
          <a:xfrm flipH="1">
            <a:off x="2677050" y="3680594"/>
            <a:ext cx="1812300" cy="4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Excel Dashboard</a:t>
            </a:r>
            <a:endParaRPr dirty="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1360" name="Google Shape;1360;p58"/>
          <p:cNvSpPr txBox="1"/>
          <p:nvPr/>
        </p:nvSpPr>
        <p:spPr>
          <a:xfrm flipH="1">
            <a:off x="2677046" y="3942260"/>
            <a:ext cx="1812300" cy="3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sz="900" dirty="0"/>
              <a:t>Present findings</a:t>
            </a:r>
            <a:endParaRPr sz="900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1365" name="Google Shape;1365;p58"/>
          <p:cNvCxnSpPr>
            <a:stCxn id="1353" idx="3"/>
            <a:endCxn id="1354" idx="1"/>
          </p:cNvCxnSpPr>
          <p:nvPr/>
        </p:nvCxnSpPr>
        <p:spPr>
          <a:xfrm>
            <a:off x="1902796" y="3322425"/>
            <a:ext cx="1396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1372" name="Google Shape;1372;p58"/>
          <p:cNvCxnSpPr>
            <a:stCxn id="1337" idx="3"/>
            <a:endCxn id="1353" idx="1"/>
          </p:cNvCxnSpPr>
          <p:nvPr/>
        </p:nvCxnSpPr>
        <p:spPr>
          <a:xfrm flipH="1">
            <a:off x="1335796" y="1466575"/>
            <a:ext cx="6458700" cy="1855800"/>
          </a:xfrm>
          <a:prstGeom prst="bentConnector5">
            <a:avLst>
              <a:gd name="adj1" fmla="val -10079"/>
              <a:gd name="adj2" fmla="val 70386"/>
              <a:gd name="adj3" fmla="val 109801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grpSp>
        <p:nvGrpSpPr>
          <p:cNvPr id="1373" name="Google Shape;1373;p58"/>
          <p:cNvGrpSpPr/>
          <p:nvPr/>
        </p:nvGrpSpPr>
        <p:grpSpPr>
          <a:xfrm>
            <a:off x="3413538" y="1297138"/>
            <a:ext cx="339200" cy="338875"/>
            <a:chOff x="2489475" y="2118450"/>
            <a:chExt cx="339200" cy="338875"/>
          </a:xfrm>
        </p:grpSpPr>
        <p:sp>
          <p:nvSpPr>
            <p:cNvPr id="1374" name="Google Shape;1374;p58"/>
            <p:cNvSpPr/>
            <p:nvPr/>
          </p:nvSpPr>
          <p:spPr>
            <a:xfrm>
              <a:off x="2489475" y="2118450"/>
              <a:ext cx="339200" cy="338875"/>
            </a:xfrm>
            <a:custGeom>
              <a:avLst/>
              <a:gdLst/>
              <a:ahLst/>
              <a:cxnLst/>
              <a:rect l="l" t="t" r="r" b="b"/>
              <a:pathLst>
                <a:path w="13568" h="13555" extrusionOk="0">
                  <a:moveTo>
                    <a:pt x="7151" y="525"/>
                  </a:moveTo>
                  <a:lnTo>
                    <a:pt x="7164" y="844"/>
                  </a:lnTo>
                  <a:cubicBezTo>
                    <a:pt x="7164" y="967"/>
                    <a:pt x="7247" y="1066"/>
                    <a:pt x="7357" y="1093"/>
                  </a:cubicBezTo>
                  <a:cubicBezTo>
                    <a:pt x="7536" y="1149"/>
                    <a:pt x="7719" y="1216"/>
                    <a:pt x="7885" y="1315"/>
                  </a:cubicBezTo>
                  <a:cubicBezTo>
                    <a:pt x="7930" y="1337"/>
                    <a:pt x="7977" y="1348"/>
                    <a:pt x="8023" y="1348"/>
                  </a:cubicBezTo>
                  <a:cubicBezTo>
                    <a:pt x="8089" y="1348"/>
                    <a:pt x="8151" y="1326"/>
                    <a:pt x="8200" y="1285"/>
                  </a:cubicBezTo>
                  <a:lnTo>
                    <a:pt x="8436" y="1066"/>
                  </a:lnTo>
                  <a:lnTo>
                    <a:pt x="8947" y="1577"/>
                  </a:lnTo>
                  <a:lnTo>
                    <a:pt x="8741" y="1813"/>
                  </a:lnTo>
                  <a:cubicBezTo>
                    <a:pt x="8658" y="1896"/>
                    <a:pt x="8645" y="2032"/>
                    <a:pt x="8698" y="2129"/>
                  </a:cubicBezTo>
                  <a:cubicBezTo>
                    <a:pt x="8798" y="2294"/>
                    <a:pt x="8864" y="2477"/>
                    <a:pt x="8920" y="2656"/>
                  </a:cubicBezTo>
                  <a:cubicBezTo>
                    <a:pt x="8947" y="2766"/>
                    <a:pt x="9047" y="2849"/>
                    <a:pt x="9169" y="2849"/>
                  </a:cubicBezTo>
                  <a:lnTo>
                    <a:pt x="9488" y="2862"/>
                  </a:lnTo>
                  <a:lnTo>
                    <a:pt x="9488" y="3596"/>
                  </a:lnTo>
                  <a:lnTo>
                    <a:pt x="9169" y="3609"/>
                  </a:lnTo>
                  <a:cubicBezTo>
                    <a:pt x="9047" y="3609"/>
                    <a:pt x="8947" y="3692"/>
                    <a:pt x="8920" y="3805"/>
                  </a:cubicBezTo>
                  <a:cubicBezTo>
                    <a:pt x="8864" y="3984"/>
                    <a:pt x="8798" y="4163"/>
                    <a:pt x="8698" y="4329"/>
                  </a:cubicBezTo>
                  <a:cubicBezTo>
                    <a:pt x="8645" y="4426"/>
                    <a:pt x="8658" y="4565"/>
                    <a:pt x="8741" y="4648"/>
                  </a:cubicBezTo>
                  <a:lnTo>
                    <a:pt x="8947" y="4884"/>
                  </a:lnTo>
                  <a:lnTo>
                    <a:pt x="8436" y="5395"/>
                  </a:lnTo>
                  <a:lnTo>
                    <a:pt x="8200" y="5173"/>
                  </a:lnTo>
                  <a:cubicBezTo>
                    <a:pt x="8152" y="5132"/>
                    <a:pt x="8091" y="5111"/>
                    <a:pt x="8026" y="5111"/>
                  </a:cubicBezTo>
                  <a:cubicBezTo>
                    <a:pt x="7980" y="5111"/>
                    <a:pt x="7931" y="5122"/>
                    <a:pt x="7885" y="5146"/>
                  </a:cubicBezTo>
                  <a:cubicBezTo>
                    <a:pt x="7719" y="5242"/>
                    <a:pt x="7536" y="5312"/>
                    <a:pt x="7357" y="5365"/>
                  </a:cubicBezTo>
                  <a:cubicBezTo>
                    <a:pt x="7247" y="5395"/>
                    <a:pt x="7164" y="5491"/>
                    <a:pt x="7164" y="5601"/>
                  </a:cubicBezTo>
                  <a:lnTo>
                    <a:pt x="7151" y="5933"/>
                  </a:lnTo>
                  <a:lnTo>
                    <a:pt x="6418" y="5933"/>
                  </a:lnTo>
                  <a:lnTo>
                    <a:pt x="6404" y="5601"/>
                  </a:lnTo>
                  <a:cubicBezTo>
                    <a:pt x="6404" y="5491"/>
                    <a:pt x="6321" y="5395"/>
                    <a:pt x="6208" y="5365"/>
                  </a:cubicBezTo>
                  <a:cubicBezTo>
                    <a:pt x="6029" y="5312"/>
                    <a:pt x="5850" y="5242"/>
                    <a:pt x="5684" y="5146"/>
                  </a:cubicBezTo>
                  <a:cubicBezTo>
                    <a:pt x="5643" y="5122"/>
                    <a:pt x="5597" y="5111"/>
                    <a:pt x="5552" y="5111"/>
                  </a:cubicBezTo>
                  <a:cubicBezTo>
                    <a:pt x="5489" y="5111"/>
                    <a:pt x="5426" y="5132"/>
                    <a:pt x="5378" y="5173"/>
                  </a:cubicBezTo>
                  <a:lnTo>
                    <a:pt x="5130" y="5395"/>
                  </a:lnTo>
                  <a:lnTo>
                    <a:pt x="4618" y="4884"/>
                  </a:lnTo>
                  <a:lnTo>
                    <a:pt x="4841" y="4635"/>
                  </a:lnTo>
                  <a:cubicBezTo>
                    <a:pt x="4924" y="4552"/>
                    <a:pt x="4937" y="4426"/>
                    <a:pt x="4867" y="4329"/>
                  </a:cubicBezTo>
                  <a:cubicBezTo>
                    <a:pt x="4771" y="4163"/>
                    <a:pt x="4701" y="3984"/>
                    <a:pt x="4661" y="3805"/>
                  </a:cubicBezTo>
                  <a:cubicBezTo>
                    <a:pt x="4618" y="3692"/>
                    <a:pt x="4522" y="3609"/>
                    <a:pt x="4412" y="3609"/>
                  </a:cubicBezTo>
                  <a:lnTo>
                    <a:pt x="4081" y="3596"/>
                  </a:lnTo>
                  <a:lnTo>
                    <a:pt x="4081" y="2862"/>
                  </a:lnTo>
                  <a:lnTo>
                    <a:pt x="4412" y="2849"/>
                  </a:lnTo>
                  <a:cubicBezTo>
                    <a:pt x="4522" y="2849"/>
                    <a:pt x="4618" y="2766"/>
                    <a:pt x="4661" y="2656"/>
                  </a:cubicBezTo>
                  <a:cubicBezTo>
                    <a:pt x="4701" y="2477"/>
                    <a:pt x="4771" y="2294"/>
                    <a:pt x="4867" y="2129"/>
                  </a:cubicBezTo>
                  <a:cubicBezTo>
                    <a:pt x="4937" y="2032"/>
                    <a:pt x="4924" y="1896"/>
                    <a:pt x="4841" y="1813"/>
                  </a:cubicBezTo>
                  <a:lnTo>
                    <a:pt x="4618" y="1577"/>
                  </a:lnTo>
                  <a:lnTo>
                    <a:pt x="5130" y="1066"/>
                  </a:lnTo>
                  <a:lnTo>
                    <a:pt x="5378" y="1285"/>
                  </a:lnTo>
                  <a:cubicBezTo>
                    <a:pt x="5427" y="1326"/>
                    <a:pt x="5491" y="1348"/>
                    <a:pt x="5555" y="1348"/>
                  </a:cubicBezTo>
                  <a:cubicBezTo>
                    <a:pt x="5599" y="1348"/>
                    <a:pt x="5644" y="1337"/>
                    <a:pt x="5684" y="1315"/>
                  </a:cubicBezTo>
                  <a:cubicBezTo>
                    <a:pt x="5850" y="1216"/>
                    <a:pt x="6029" y="1149"/>
                    <a:pt x="6208" y="1093"/>
                  </a:cubicBezTo>
                  <a:cubicBezTo>
                    <a:pt x="6321" y="1066"/>
                    <a:pt x="6404" y="967"/>
                    <a:pt x="6404" y="857"/>
                  </a:cubicBezTo>
                  <a:lnTo>
                    <a:pt x="6418" y="525"/>
                  </a:lnTo>
                  <a:close/>
                  <a:moveTo>
                    <a:pt x="11453" y="4024"/>
                  </a:moveTo>
                  <a:lnTo>
                    <a:pt x="11453" y="10650"/>
                  </a:lnTo>
                  <a:lnTo>
                    <a:pt x="2129" y="10650"/>
                  </a:lnTo>
                  <a:lnTo>
                    <a:pt x="2129" y="4024"/>
                  </a:lnTo>
                  <a:lnTo>
                    <a:pt x="3622" y="4024"/>
                  </a:lnTo>
                  <a:cubicBezTo>
                    <a:pt x="3666" y="4080"/>
                    <a:pt x="3735" y="4107"/>
                    <a:pt x="3802" y="4107"/>
                  </a:cubicBezTo>
                  <a:lnTo>
                    <a:pt x="4203" y="4120"/>
                  </a:lnTo>
                  <a:cubicBezTo>
                    <a:pt x="4233" y="4233"/>
                    <a:pt x="4273" y="4329"/>
                    <a:pt x="4329" y="4426"/>
                  </a:cubicBezTo>
                  <a:lnTo>
                    <a:pt x="4051" y="4718"/>
                  </a:lnTo>
                  <a:cubicBezTo>
                    <a:pt x="3954" y="4814"/>
                    <a:pt x="3968" y="4980"/>
                    <a:pt x="4067" y="5076"/>
                  </a:cubicBezTo>
                  <a:lnTo>
                    <a:pt x="4937" y="5946"/>
                  </a:lnTo>
                  <a:cubicBezTo>
                    <a:pt x="4987" y="6005"/>
                    <a:pt x="5056" y="6033"/>
                    <a:pt x="5126" y="6033"/>
                  </a:cubicBezTo>
                  <a:cubicBezTo>
                    <a:pt x="5191" y="6033"/>
                    <a:pt x="5258" y="6009"/>
                    <a:pt x="5312" y="5963"/>
                  </a:cubicBezTo>
                  <a:lnTo>
                    <a:pt x="5588" y="5697"/>
                  </a:lnTo>
                  <a:cubicBezTo>
                    <a:pt x="5684" y="5740"/>
                    <a:pt x="5780" y="5780"/>
                    <a:pt x="5893" y="5810"/>
                  </a:cubicBezTo>
                  <a:lnTo>
                    <a:pt x="5906" y="6212"/>
                  </a:lnTo>
                  <a:cubicBezTo>
                    <a:pt x="5906" y="6348"/>
                    <a:pt x="6029" y="6461"/>
                    <a:pt x="6169" y="6461"/>
                  </a:cubicBezTo>
                  <a:lnTo>
                    <a:pt x="7400" y="6461"/>
                  </a:lnTo>
                  <a:cubicBezTo>
                    <a:pt x="7553" y="6461"/>
                    <a:pt x="7662" y="6348"/>
                    <a:pt x="7676" y="6212"/>
                  </a:cubicBezTo>
                  <a:lnTo>
                    <a:pt x="7689" y="5810"/>
                  </a:lnTo>
                  <a:cubicBezTo>
                    <a:pt x="7785" y="5780"/>
                    <a:pt x="7885" y="5740"/>
                    <a:pt x="7981" y="5697"/>
                  </a:cubicBezTo>
                  <a:lnTo>
                    <a:pt x="8270" y="5963"/>
                  </a:lnTo>
                  <a:cubicBezTo>
                    <a:pt x="8316" y="6009"/>
                    <a:pt x="8378" y="6033"/>
                    <a:pt x="8442" y="6033"/>
                  </a:cubicBezTo>
                  <a:cubicBezTo>
                    <a:pt x="8510" y="6033"/>
                    <a:pt x="8580" y="6005"/>
                    <a:pt x="8632" y="5946"/>
                  </a:cubicBezTo>
                  <a:lnTo>
                    <a:pt x="9501" y="5076"/>
                  </a:lnTo>
                  <a:cubicBezTo>
                    <a:pt x="9611" y="4980"/>
                    <a:pt x="9611" y="4814"/>
                    <a:pt x="9515" y="4718"/>
                  </a:cubicBezTo>
                  <a:lnTo>
                    <a:pt x="9252" y="4426"/>
                  </a:lnTo>
                  <a:cubicBezTo>
                    <a:pt x="9296" y="4329"/>
                    <a:pt x="9335" y="4233"/>
                    <a:pt x="9379" y="4120"/>
                  </a:cubicBezTo>
                  <a:lnTo>
                    <a:pt x="9764" y="4107"/>
                  </a:lnTo>
                  <a:cubicBezTo>
                    <a:pt x="9833" y="4107"/>
                    <a:pt x="9903" y="4080"/>
                    <a:pt x="9943" y="4024"/>
                  </a:cubicBezTo>
                  <a:close/>
                  <a:moveTo>
                    <a:pt x="12240" y="2958"/>
                  </a:moveTo>
                  <a:cubicBezTo>
                    <a:pt x="12393" y="2958"/>
                    <a:pt x="12502" y="3085"/>
                    <a:pt x="12502" y="3224"/>
                  </a:cubicBezTo>
                  <a:lnTo>
                    <a:pt x="12502" y="11702"/>
                  </a:lnTo>
                  <a:lnTo>
                    <a:pt x="8383" y="11702"/>
                  </a:lnTo>
                  <a:cubicBezTo>
                    <a:pt x="8230" y="11702"/>
                    <a:pt x="8104" y="11825"/>
                    <a:pt x="8104" y="11964"/>
                  </a:cubicBezTo>
                  <a:lnTo>
                    <a:pt x="5461" y="11964"/>
                  </a:lnTo>
                  <a:cubicBezTo>
                    <a:pt x="5461" y="11825"/>
                    <a:pt x="5339" y="11702"/>
                    <a:pt x="5199" y="11702"/>
                  </a:cubicBezTo>
                  <a:lnTo>
                    <a:pt x="1063" y="11702"/>
                  </a:lnTo>
                  <a:lnTo>
                    <a:pt x="1063" y="3224"/>
                  </a:lnTo>
                  <a:cubicBezTo>
                    <a:pt x="1063" y="3085"/>
                    <a:pt x="1189" y="2958"/>
                    <a:pt x="1329" y="2958"/>
                  </a:cubicBezTo>
                  <a:lnTo>
                    <a:pt x="3553" y="2958"/>
                  </a:lnTo>
                  <a:lnTo>
                    <a:pt x="3553" y="3500"/>
                  </a:lnTo>
                  <a:lnTo>
                    <a:pt x="1866" y="3500"/>
                  </a:lnTo>
                  <a:cubicBezTo>
                    <a:pt x="1714" y="3500"/>
                    <a:pt x="1591" y="3609"/>
                    <a:pt x="1591" y="3762"/>
                  </a:cubicBezTo>
                  <a:lnTo>
                    <a:pt x="1591" y="10912"/>
                  </a:lnTo>
                  <a:cubicBezTo>
                    <a:pt x="1591" y="11052"/>
                    <a:pt x="1714" y="11174"/>
                    <a:pt x="1866" y="11174"/>
                  </a:cubicBezTo>
                  <a:lnTo>
                    <a:pt x="11716" y="11174"/>
                  </a:lnTo>
                  <a:cubicBezTo>
                    <a:pt x="11852" y="11174"/>
                    <a:pt x="11978" y="11052"/>
                    <a:pt x="11978" y="10912"/>
                  </a:cubicBezTo>
                  <a:lnTo>
                    <a:pt x="11978" y="3762"/>
                  </a:lnTo>
                  <a:cubicBezTo>
                    <a:pt x="11978" y="3609"/>
                    <a:pt x="11852" y="3500"/>
                    <a:pt x="11716" y="3500"/>
                  </a:cubicBezTo>
                  <a:lnTo>
                    <a:pt x="10013" y="3500"/>
                  </a:lnTo>
                  <a:lnTo>
                    <a:pt x="10013" y="2958"/>
                  </a:lnTo>
                  <a:close/>
                  <a:moveTo>
                    <a:pt x="13043" y="12240"/>
                  </a:moveTo>
                  <a:lnTo>
                    <a:pt x="13043" y="12768"/>
                  </a:lnTo>
                  <a:cubicBezTo>
                    <a:pt x="13043" y="12904"/>
                    <a:pt x="12917" y="13030"/>
                    <a:pt x="12765" y="13030"/>
                  </a:cubicBezTo>
                  <a:lnTo>
                    <a:pt x="801" y="13030"/>
                  </a:lnTo>
                  <a:cubicBezTo>
                    <a:pt x="648" y="13030"/>
                    <a:pt x="539" y="12904"/>
                    <a:pt x="539" y="12768"/>
                  </a:cubicBezTo>
                  <a:lnTo>
                    <a:pt x="539" y="12240"/>
                  </a:lnTo>
                  <a:lnTo>
                    <a:pt x="5007" y="12240"/>
                  </a:lnTo>
                  <a:cubicBezTo>
                    <a:pt x="5090" y="12393"/>
                    <a:pt x="5269" y="12502"/>
                    <a:pt x="5461" y="12502"/>
                  </a:cubicBezTo>
                  <a:lnTo>
                    <a:pt x="8104" y="12502"/>
                  </a:lnTo>
                  <a:cubicBezTo>
                    <a:pt x="8313" y="12502"/>
                    <a:pt x="8479" y="12393"/>
                    <a:pt x="8575" y="12240"/>
                  </a:cubicBezTo>
                  <a:close/>
                  <a:moveTo>
                    <a:pt x="6169" y="1"/>
                  </a:moveTo>
                  <a:cubicBezTo>
                    <a:pt x="6029" y="1"/>
                    <a:pt x="5906" y="110"/>
                    <a:pt x="5906" y="250"/>
                  </a:cubicBezTo>
                  <a:lnTo>
                    <a:pt x="5893" y="651"/>
                  </a:lnTo>
                  <a:cubicBezTo>
                    <a:pt x="5780" y="678"/>
                    <a:pt x="5684" y="718"/>
                    <a:pt x="5588" y="761"/>
                  </a:cubicBezTo>
                  <a:lnTo>
                    <a:pt x="5312" y="499"/>
                  </a:lnTo>
                  <a:cubicBezTo>
                    <a:pt x="5257" y="452"/>
                    <a:pt x="5190" y="428"/>
                    <a:pt x="5125" y="428"/>
                  </a:cubicBezTo>
                  <a:cubicBezTo>
                    <a:pt x="5055" y="428"/>
                    <a:pt x="4987" y="455"/>
                    <a:pt x="4937" y="512"/>
                  </a:cubicBezTo>
                  <a:lnTo>
                    <a:pt x="4067" y="1382"/>
                  </a:lnTo>
                  <a:cubicBezTo>
                    <a:pt x="3968" y="1481"/>
                    <a:pt x="3954" y="1647"/>
                    <a:pt x="4051" y="1743"/>
                  </a:cubicBezTo>
                  <a:lnTo>
                    <a:pt x="4329" y="2032"/>
                  </a:lnTo>
                  <a:cubicBezTo>
                    <a:pt x="4273" y="2129"/>
                    <a:pt x="4233" y="2228"/>
                    <a:pt x="4203" y="2324"/>
                  </a:cubicBezTo>
                  <a:lnTo>
                    <a:pt x="3802" y="2351"/>
                  </a:lnTo>
                  <a:cubicBezTo>
                    <a:pt x="3735" y="2351"/>
                    <a:pt x="3666" y="2377"/>
                    <a:pt x="3622" y="2434"/>
                  </a:cubicBezTo>
                  <a:lnTo>
                    <a:pt x="1329" y="2434"/>
                  </a:lnTo>
                  <a:cubicBezTo>
                    <a:pt x="884" y="2434"/>
                    <a:pt x="539" y="2792"/>
                    <a:pt x="539" y="3224"/>
                  </a:cubicBezTo>
                  <a:lnTo>
                    <a:pt x="539" y="11702"/>
                  </a:lnTo>
                  <a:lnTo>
                    <a:pt x="276" y="11702"/>
                  </a:lnTo>
                  <a:cubicBezTo>
                    <a:pt x="124" y="11702"/>
                    <a:pt x="1" y="11825"/>
                    <a:pt x="1" y="11964"/>
                  </a:cubicBezTo>
                  <a:lnTo>
                    <a:pt x="1" y="12768"/>
                  </a:lnTo>
                  <a:cubicBezTo>
                    <a:pt x="1" y="13209"/>
                    <a:pt x="359" y="13555"/>
                    <a:pt x="801" y="13555"/>
                  </a:cubicBezTo>
                  <a:lnTo>
                    <a:pt x="13306" y="13555"/>
                  </a:lnTo>
                  <a:cubicBezTo>
                    <a:pt x="13445" y="13555"/>
                    <a:pt x="13568" y="13445"/>
                    <a:pt x="13568" y="13292"/>
                  </a:cubicBezTo>
                  <a:lnTo>
                    <a:pt x="13568" y="11798"/>
                  </a:lnTo>
                  <a:cubicBezTo>
                    <a:pt x="13568" y="11742"/>
                    <a:pt x="13528" y="11702"/>
                    <a:pt x="13485" y="11702"/>
                  </a:cubicBezTo>
                  <a:lnTo>
                    <a:pt x="13043" y="11702"/>
                  </a:lnTo>
                  <a:lnTo>
                    <a:pt x="13043" y="3224"/>
                  </a:lnTo>
                  <a:cubicBezTo>
                    <a:pt x="13043" y="2792"/>
                    <a:pt x="12682" y="2434"/>
                    <a:pt x="12240" y="2434"/>
                  </a:cubicBezTo>
                  <a:lnTo>
                    <a:pt x="9943" y="2434"/>
                  </a:lnTo>
                  <a:cubicBezTo>
                    <a:pt x="9903" y="2377"/>
                    <a:pt x="9833" y="2351"/>
                    <a:pt x="9764" y="2351"/>
                  </a:cubicBezTo>
                  <a:lnTo>
                    <a:pt x="9379" y="2324"/>
                  </a:lnTo>
                  <a:cubicBezTo>
                    <a:pt x="9335" y="2228"/>
                    <a:pt x="9296" y="2129"/>
                    <a:pt x="9252" y="2032"/>
                  </a:cubicBezTo>
                  <a:lnTo>
                    <a:pt x="9515" y="1743"/>
                  </a:lnTo>
                  <a:cubicBezTo>
                    <a:pt x="9611" y="1647"/>
                    <a:pt x="9611" y="1481"/>
                    <a:pt x="9515" y="1382"/>
                  </a:cubicBezTo>
                  <a:lnTo>
                    <a:pt x="8632" y="512"/>
                  </a:lnTo>
                  <a:cubicBezTo>
                    <a:pt x="8580" y="455"/>
                    <a:pt x="8511" y="428"/>
                    <a:pt x="8443" y="428"/>
                  </a:cubicBezTo>
                  <a:cubicBezTo>
                    <a:pt x="8379" y="428"/>
                    <a:pt x="8316" y="452"/>
                    <a:pt x="8270" y="499"/>
                  </a:cubicBezTo>
                  <a:lnTo>
                    <a:pt x="7981" y="761"/>
                  </a:lnTo>
                  <a:cubicBezTo>
                    <a:pt x="7885" y="718"/>
                    <a:pt x="7785" y="678"/>
                    <a:pt x="7689" y="651"/>
                  </a:cubicBezTo>
                  <a:lnTo>
                    <a:pt x="7676" y="250"/>
                  </a:lnTo>
                  <a:cubicBezTo>
                    <a:pt x="7662" y="110"/>
                    <a:pt x="7553" y="1"/>
                    <a:pt x="74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58"/>
            <p:cNvSpPr/>
            <p:nvPr/>
          </p:nvSpPr>
          <p:spPr>
            <a:xfrm>
              <a:off x="2619450" y="2159900"/>
              <a:ext cx="79600" cy="79250"/>
            </a:xfrm>
            <a:custGeom>
              <a:avLst/>
              <a:gdLst/>
              <a:ahLst/>
              <a:cxnLst/>
              <a:rect l="l" t="t" r="r" b="b"/>
              <a:pathLst>
                <a:path w="3184" h="3170" extrusionOk="0">
                  <a:moveTo>
                    <a:pt x="1590" y="527"/>
                  </a:moveTo>
                  <a:cubicBezTo>
                    <a:pt x="2171" y="527"/>
                    <a:pt x="2643" y="998"/>
                    <a:pt x="2643" y="1579"/>
                  </a:cubicBezTo>
                  <a:cubicBezTo>
                    <a:pt x="2614" y="2285"/>
                    <a:pt x="2099" y="2637"/>
                    <a:pt x="1584" y="2637"/>
                  </a:cubicBezTo>
                  <a:cubicBezTo>
                    <a:pt x="1069" y="2637"/>
                    <a:pt x="555" y="2285"/>
                    <a:pt x="528" y="1579"/>
                  </a:cubicBezTo>
                  <a:cubicBezTo>
                    <a:pt x="528" y="998"/>
                    <a:pt x="996" y="527"/>
                    <a:pt x="1590" y="527"/>
                  </a:cubicBezTo>
                  <a:close/>
                  <a:moveTo>
                    <a:pt x="1592" y="1"/>
                  </a:moveTo>
                  <a:cubicBezTo>
                    <a:pt x="817" y="1"/>
                    <a:pt x="42" y="527"/>
                    <a:pt x="0" y="1579"/>
                  </a:cubicBezTo>
                  <a:cubicBezTo>
                    <a:pt x="0" y="2462"/>
                    <a:pt x="707" y="3169"/>
                    <a:pt x="1590" y="3169"/>
                  </a:cubicBezTo>
                  <a:cubicBezTo>
                    <a:pt x="2463" y="3169"/>
                    <a:pt x="3184" y="2462"/>
                    <a:pt x="3184" y="1579"/>
                  </a:cubicBezTo>
                  <a:cubicBezTo>
                    <a:pt x="3142" y="527"/>
                    <a:pt x="2367" y="1"/>
                    <a:pt x="15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Google Shape;1376;p58"/>
            <p:cNvSpPr/>
            <p:nvPr/>
          </p:nvSpPr>
          <p:spPr>
            <a:xfrm>
              <a:off x="2560025" y="2282350"/>
              <a:ext cx="198375" cy="92325"/>
            </a:xfrm>
            <a:custGeom>
              <a:avLst/>
              <a:gdLst/>
              <a:ahLst/>
              <a:cxnLst/>
              <a:rect l="l" t="t" r="r" b="b"/>
              <a:pathLst>
                <a:path w="7935" h="3693" extrusionOk="0">
                  <a:moveTo>
                    <a:pt x="7138" y="525"/>
                  </a:moveTo>
                  <a:cubicBezTo>
                    <a:pt x="7274" y="525"/>
                    <a:pt x="7400" y="651"/>
                    <a:pt x="7400" y="788"/>
                  </a:cubicBezTo>
                  <a:cubicBezTo>
                    <a:pt x="7393" y="966"/>
                    <a:pt x="7268" y="1053"/>
                    <a:pt x="7142" y="1053"/>
                  </a:cubicBezTo>
                  <a:cubicBezTo>
                    <a:pt x="7012" y="1053"/>
                    <a:pt x="6880" y="962"/>
                    <a:pt x="6872" y="788"/>
                  </a:cubicBezTo>
                  <a:cubicBezTo>
                    <a:pt x="6872" y="651"/>
                    <a:pt x="6985" y="525"/>
                    <a:pt x="7138" y="525"/>
                  </a:cubicBezTo>
                  <a:close/>
                  <a:moveTo>
                    <a:pt x="3041" y="788"/>
                  </a:moveTo>
                  <a:cubicBezTo>
                    <a:pt x="3181" y="788"/>
                    <a:pt x="3303" y="914"/>
                    <a:pt x="3303" y="1050"/>
                  </a:cubicBezTo>
                  <a:cubicBezTo>
                    <a:pt x="3297" y="1231"/>
                    <a:pt x="3169" y="1321"/>
                    <a:pt x="3041" y="1321"/>
                  </a:cubicBezTo>
                  <a:cubicBezTo>
                    <a:pt x="2913" y="1321"/>
                    <a:pt x="2786" y="1231"/>
                    <a:pt x="2779" y="1050"/>
                  </a:cubicBezTo>
                  <a:cubicBezTo>
                    <a:pt x="2779" y="914"/>
                    <a:pt x="2888" y="788"/>
                    <a:pt x="3041" y="788"/>
                  </a:cubicBezTo>
                  <a:close/>
                  <a:moveTo>
                    <a:pt x="800" y="1797"/>
                  </a:moveTo>
                  <a:cubicBezTo>
                    <a:pt x="940" y="1797"/>
                    <a:pt x="1063" y="1910"/>
                    <a:pt x="1063" y="2062"/>
                  </a:cubicBezTo>
                  <a:cubicBezTo>
                    <a:pt x="1056" y="2235"/>
                    <a:pt x="928" y="2321"/>
                    <a:pt x="800" y="2321"/>
                  </a:cubicBezTo>
                  <a:cubicBezTo>
                    <a:pt x="673" y="2321"/>
                    <a:pt x="545" y="2235"/>
                    <a:pt x="538" y="2062"/>
                  </a:cubicBezTo>
                  <a:cubicBezTo>
                    <a:pt x="538" y="1910"/>
                    <a:pt x="648" y="1797"/>
                    <a:pt x="800" y="1797"/>
                  </a:cubicBezTo>
                  <a:close/>
                  <a:moveTo>
                    <a:pt x="5020" y="2643"/>
                  </a:moveTo>
                  <a:cubicBezTo>
                    <a:pt x="5159" y="2643"/>
                    <a:pt x="5282" y="2753"/>
                    <a:pt x="5282" y="2905"/>
                  </a:cubicBezTo>
                  <a:cubicBezTo>
                    <a:pt x="5282" y="3042"/>
                    <a:pt x="5159" y="3168"/>
                    <a:pt x="5020" y="3168"/>
                  </a:cubicBezTo>
                  <a:cubicBezTo>
                    <a:pt x="4674" y="3154"/>
                    <a:pt x="4674" y="2656"/>
                    <a:pt x="5020" y="2643"/>
                  </a:cubicBezTo>
                  <a:close/>
                  <a:moveTo>
                    <a:pt x="7120" y="1"/>
                  </a:moveTo>
                  <a:cubicBezTo>
                    <a:pt x="6548" y="1"/>
                    <a:pt x="6158" y="627"/>
                    <a:pt x="6417" y="1133"/>
                  </a:cubicBezTo>
                  <a:lnTo>
                    <a:pt x="5365" y="2185"/>
                  </a:lnTo>
                  <a:cubicBezTo>
                    <a:pt x="5262" y="2137"/>
                    <a:pt x="5141" y="2113"/>
                    <a:pt x="5020" y="2113"/>
                  </a:cubicBezTo>
                  <a:cubicBezTo>
                    <a:pt x="4898" y="2113"/>
                    <a:pt x="4777" y="2137"/>
                    <a:pt x="4674" y="2185"/>
                  </a:cubicBezTo>
                  <a:lnTo>
                    <a:pt x="3775" y="1368"/>
                  </a:lnTo>
                  <a:cubicBezTo>
                    <a:pt x="3995" y="863"/>
                    <a:pt x="3604" y="263"/>
                    <a:pt x="3059" y="263"/>
                  </a:cubicBezTo>
                  <a:cubicBezTo>
                    <a:pt x="3053" y="263"/>
                    <a:pt x="3047" y="263"/>
                    <a:pt x="3041" y="263"/>
                  </a:cubicBezTo>
                  <a:cubicBezTo>
                    <a:pt x="2600" y="263"/>
                    <a:pt x="2225" y="635"/>
                    <a:pt x="2254" y="1093"/>
                  </a:cubicBezTo>
                  <a:lnTo>
                    <a:pt x="1312" y="1465"/>
                  </a:lnTo>
                  <a:cubicBezTo>
                    <a:pt x="1161" y="1331"/>
                    <a:pt x="980" y="1270"/>
                    <a:pt x="803" y="1270"/>
                  </a:cubicBezTo>
                  <a:cubicBezTo>
                    <a:pt x="395" y="1270"/>
                    <a:pt x="0" y="1588"/>
                    <a:pt x="0" y="2062"/>
                  </a:cubicBezTo>
                  <a:cubicBezTo>
                    <a:pt x="0" y="2504"/>
                    <a:pt x="359" y="2849"/>
                    <a:pt x="800" y="2849"/>
                  </a:cubicBezTo>
                  <a:cubicBezTo>
                    <a:pt x="807" y="2849"/>
                    <a:pt x="814" y="2849"/>
                    <a:pt x="821" y="2849"/>
                  </a:cubicBezTo>
                  <a:cubicBezTo>
                    <a:pt x="1296" y="2849"/>
                    <a:pt x="1659" y="2401"/>
                    <a:pt x="1577" y="1923"/>
                  </a:cubicBezTo>
                  <a:lnTo>
                    <a:pt x="2447" y="1578"/>
                  </a:lnTo>
                  <a:cubicBezTo>
                    <a:pt x="2590" y="1754"/>
                    <a:pt x="2822" y="1852"/>
                    <a:pt x="3051" y="1852"/>
                  </a:cubicBezTo>
                  <a:cubicBezTo>
                    <a:pt x="3180" y="1852"/>
                    <a:pt x="3307" y="1821"/>
                    <a:pt x="3416" y="1757"/>
                  </a:cubicBezTo>
                  <a:lnTo>
                    <a:pt x="4299" y="2574"/>
                  </a:lnTo>
                  <a:cubicBezTo>
                    <a:pt x="4053" y="3079"/>
                    <a:pt x="4444" y="3692"/>
                    <a:pt x="5002" y="3692"/>
                  </a:cubicBezTo>
                  <a:cubicBezTo>
                    <a:pt x="5008" y="3692"/>
                    <a:pt x="5014" y="3692"/>
                    <a:pt x="5020" y="3692"/>
                  </a:cubicBezTo>
                  <a:cubicBezTo>
                    <a:pt x="5025" y="3692"/>
                    <a:pt x="5031" y="3692"/>
                    <a:pt x="5037" y="3692"/>
                  </a:cubicBezTo>
                  <a:cubicBezTo>
                    <a:pt x="5595" y="3692"/>
                    <a:pt x="5986" y="3066"/>
                    <a:pt x="5740" y="2560"/>
                  </a:cubicBezTo>
                  <a:lnTo>
                    <a:pt x="6789" y="1508"/>
                  </a:lnTo>
                  <a:cubicBezTo>
                    <a:pt x="6897" y="1560"/>
                    <a:pt x="7011" y="1585"/>
                    <a:pt x="7123" y="1585"/>
                  </a:cubicBezTo>
                  <a:cubicBezTo>
                    <a:pt x="7542" y="1585"/>
                    <a:pt x="7935" y="1246"/>
                    <a:pt x="7924" y="788"/>
                  </a:cubicBezTo>
                  <a:cubicBezTo>
                    <a:pt x="7924" y="359"/>
                    <a:pt x="7566" y="1"/>
                    <a:pt x="7138" y="1"/>
                  </a:cubicBezTo>
                  <a:cubicBezTo>
                    <a:pt x="7132" y="1"/>
                    <a:pt x="7126" y="1"/>
                    <a:pt x="71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77" name="Google Shape;1377;p58"/>
          <p:cNvGrpSpPr/>
          <p:nvPr/>
        </p:nvGrpSpPr>
        <p:grpSpPr>
          <a:xfrm>
            <a:off x="5376213" y="1297038"/>
            <a:ext cx="341675" cy="339075"/>
            <a:chOff x="4026125" y="2118350"/>
            <a:chExt cx="341675" cy="339075"/>
          </a:xfrm>
        </p:grpSpPr>
        <p:sp>
          <p:nvSpPr>
            <p:cNvPr id="1378" name="Google Shape;1378;p58"/>
            <p:cNvSpPr/>
            <p:nvPr/>
          </p:nvSpPr>
          <p:spPr>
            <a:xfrm>
              <a:off x="4026125" y="2118350"/>
              <a:ext cx="341675" cy="339075"/>
            </a:xfrm>
            <a:custGeom>
              <a:avLst/>
              <a:gdLst/>
              <a:ahLst/>
              <a:cxnLst/>
              <a:rect l="l" t="t" r="r" b="b"/>
              <a:pathLst>
                <a:path w="13667" h="13563" extrusionOk="0">
                  <a:moveTo>
                    <a:pt x="1655" y="0"/>
                  </a:moveTo>
                  <a:cubicBezTo>
                    <a:pt x="1511" y="0"/>
                    <a:pt x="1398" y="117"/>
                    <a:pt x="1398" y="267"/>
                  </a:cubicBezTo>
                  <a:lnTo>
                    <a:pt x="1398" y="1220"/>
                  </a:lnTo>
                  <a:lnTo>
                    <a:pt x="292" y="1220"/>
                  </a:lnTo>
                  <a:cubicBezTo>
                    <a:pt x="166" y="1220"/>
                    <a:pt x="43" y="1319"/>
                    <a:pt x="30" y="1442"/>
                  </a:cubicBezTo>
                  <a:cubicBezTo>
                    <a:pt x="0" y="1608"/>
                    <a:pt x="126" y="1747"/>
                    <a:pt x="292" y="1747"/>
                  </a:cubicBezTo>
                  <a:lnTo>
                    <a:pt x="1398" y="1747"/>
                  </a:lnTo>
                  <a:lnTo>
                    <a:pt x="1398" y="2813"/>
                  </a:lnTo>
                  <a:lnTo>
                    <a:pt x="913" y="2813"/>
                  </a:lnTo>
                  <a:cubicBezTo>
                    <a:pt x="790" y="2813"/>
                    <a:pt x="664" y="2909"/>
                    <a:pt x="651" y="3032"/>
                  </a:cubicBezTo>
                  <a:cubicBezTo>
                    <a:pt x="624" y="3198"/>
                    <a:pt x="747" y="3338"/>
                    <a:pt x="913" y="3338"/>
                  </a:cubicBezTo>
                  <a:lnTo>
                    <a:pt x="1398" y="3338"/>
                  </a:lnTo>
                  <a:lnTo>
                    <a:pt x="1398" y="4403"/>
                  </a:lnTo>
                  <a:lnTo>
                    <a:pt x="913" y="4403"/>
                  </a:lnTo>
                  <a:cubicBezTo>
                    <a:pt x="790" y="4403"/>
                    <a:pt x="664" y="4499"/>
                    <a:pt x="651" y="4622"/>
                  </a:cubicBezTo>
                  <a:cubicBezTo>
                    <a:pt x="624" y="4788"/>
                    <a:pt x="747" y="4928"/>
                    <a:pt x="913" y="4928"/>
                  </a:cubicBezTo>
                  <a:lnTo>
                    <a:pt x="1398" y="4928"/>
                  </a:lnTo>
                  <a:lnTo>
                    <a:pt x="1398" y="5993"/>
                  </a:lnTo>
                  <a:lnTo>
                    <a:pt x="292" y="5993"/>
                  </a:lnTo>
                  <a:cubicBezTo>
                    <a:pt x="166" y="5993"/>
                    <a:pt x="43" y="6076"/>
                    <a:pt x="30" y="6216"/>
                  </a:cubicBezTo>
                  <a:cubicBezTo>
                    <a:pt x="0" y="6382"/>
                    <a:pt x="126" y="6518"/>
                    <a:pt x="292" y="6518"/>
                  </a:cubicBezTo>
                  <a:lnTo>
                    <a:pt x="1398" y="6518"/>
                  </a:lnTo>
                  <a:lnTo>
                    <a:pt x="1398" y="7583"/>
                  </a:lnTo>
                  <a:lnTo>
                    <a:pt x="913" y="7583"/>
                  </a:lnTo>
                  <a:cubicBezTo>
                    <a:pt x="790" y="7583"/>
                    <a:pt x="664" y="7666"/>
                    <a:pt x="651" y="7806"/>
                  </a:cubicBezTo>
                  <a:cubicBezTo>
                    <a:pt x="624" y="7972"/>
                    <a:pt x="747" y="8108"/>
                    <a:pt x="913" y="8108"/>
                  </a:cubicBezTo>
                  <a:lnTo>
                    <a:pt x="1398" y="8108"/>
                  </a:lnTo>
                  <a:lnTo>
                    <a:pt x="1398" y="9160"/>
                  </a:lnTo>
                  <a:lnTo>
                    <a:pt x="913" y="9160"/>
                  </a:lnTo>
                  <a:cubicBezTo>
                    <a:pt x="790" y="9160"/>
                    <a:pt x="664" y="9256"/>
                    <a:pt x="651" y="9396"/>
                  </a:cubicBezTo>
                  <a:cubicBezTo>
                    <a:pt x="624" y="9562"/>
                    <a:pt x="747" y="9701"/>
                    <a:pt x="913" y="9701"/>
                  </a:cubicBezTo>
                  <a:lnTo>
                    <a:pt x="1398" y="9701"/>
                  </a:lnTo>
                  <a:lnTo>
                    <a:pt x="1398" y="10750"/>
                  </a:lnTo>
                  <a:lnTo>
                    <a:pt x="292" y="10750"/>
                  </a:lnTo>
                  <a:cubicBezTo>
                    <a:pt x="166" y="10750"/>
                    <a:pt x="43" y="10846"/>
                    <a:pt x="30" y="10986"/>
                  </a:cubicBezTo>
                  <a:cubicBezTo>
                    <a:pt x="0" y="11139"/>
                    <a:pt x="126" y="11291"/>
                    <a:pt x="292" y="11291"/>
                  </a:cubicBezTo>
                  <a:lnTo>
                    <a:pt x="1398" y="11291"/>
                  </a:lnTo>
                  <a:lnTo>
                    <a:pt x="1398" y="11925"/>
                  </a:lnTo>
                  <a:cubicBezTo>
                    <a:pt x="1398" y="12065"/>
                    <a:pt x="1524" y="12191"/>
                    <a:pt x="1660" y="12191"/>
                  </a:cubicBezTo>
                  <a:lnTo>
                    <a:pt x="2988" y="12191"/>
                  </a:lnTo>
                  <a:lnTo>
                    <a:pt x="2988" y="13296"/>
                  </a:lnTo>
                  <a:cubicBezTo>
                    <a:pt x="2988" y="13419"/>
                    <a:pt x="3084" y="13545"/>
                    <a:pt x="3210" y="13559"/>
                  </a:cubicBezTo>
                  <a:cubicBezTo>
                    <a:pt x="3226" y="13561"/>
                    <a:pt x="3241" y="13562"/>
                    <a:pt x="3255" y="13562"/>
                  </a:cubicBezTo>
                  <a:cubicBezTo>
                    <a:pt x="3401" y="13562"/>
                    <a:pt x="3516" y="13447"/>
                    <a:pt x="3516" y="13296"/>
                  </a:cubicBezTo>
                  <a:lnTo>
                    <a:pt x="3516" y="12191"/>
                  </a:lnTo>
                  <a:lnTo>
                    <a:pt x="4578" y="12191"/>
                  </a:lnTo>
                  <a:lnTo>
                    <a:pt x="4578" y="12672"/>
                  </a:lnTo>
                  <a:cubicBezTo>
                    <a:pt x="4578" y="12798"/>
                    <a:pt x="4678" y="12921"/>
                    <a:pt x="4800" y="12938"/>
                  </a:cubicBezTo>
                  <a:cubicBezTo>
                    <a:pt x="4815" y="12940"/>
                    <a:pt x="4830" y="12941"/>
                    <a:pt x="4844" y="12941"/>
                  </a:cubicBezTo>
                  <a:cubicBezTo>
                    <a:pt x="4990" y="12941"/>
                    <a:pt x="5106" y="12823"/>
                    <a:pt x="5106" y="12672"/>
                  </a:cubicBezTo>
                  <a:lnTo>
                    <a:pt x="5106" y="12191"/>
                  </a:lnTo>
                  <a:lnTo>
                    <a:pt x="6171" y="12191"/>
                  </a:lnTo>
                  <a:lnTo>
                    <a:pt x="6171" y="12672"/>
                  </a:lnTo>
                  <a:cubicBezTo>
                    <a:pt x="6171" y="12798"/>
                    <a:pt x="6268" y="12921"/>
                    <a:pt x="6390" y="12938"/>
                  </a:cubicBezTo>
                  <a:cubicBezTo>
                    <a:pt x="6405" y="12940"/>
                    <a:pt x="6420" y="12941"/>
                    <a:pt x="6434" y="12941"/>
                  </a:cubicBezTo>
                  <a:cubicBezTo>
                    <a:pt x="6580" y="12941"/>
                    <a:pt x="6696" y="12823"/>
                    <a:pt x="6696" y="12672"/>
                  </a:cubicBezTo>
                  <a:lnTo>
                    <a:pt x="6696" y="12191"/>
                  </a:lnTo>
                  <a:lnTo>
                    <a:pt x="7761" y="12191"/>
                  </a:lnTo>
                  <a:lnTo>
                    <a:pt x="7761" y="13296"/>
                  </a:lnTo>
                  <a:cubicBezTo>
                    <a:pt x="7761" y="13419"/>
                    <a:pt x="7844" y="13545"/>
                    <a:pt x="7980" y="13559"/>
                  </a:cubicBezTo>
                  <a:cubicBezTo>
                    <a:pt x="7996" y="13561"/>
                    <a:pt x="8011" y="13562"/>
                    <a:pt x="8025" y="13562"/>
                  </a:cubicBezTo>
                  <a:cubicBezTo>
                    <a:pt x="8171" y="13562"/>
                    <a:pt x="8286" y="13447"/>
                    <a:pt x="8286" y="13296"/>
                  </a:cubicBezTo>
                  <a:lnTo>
                    <a:pt x="8286" y="12191"/>
                  </a:lnTo>
                  <a:lnTo>
                    <a:pt x="9351" y="12191"/>
                  </a:lnTo>
                  <a:lnTo>
                    <a:pt x="9351" y="12672"/>
                  </a:lnTo>
                  <a:cubicBezTo>
                    <a:pt x="9351" y="12798"/>
                    <a:pt x="9434" y="12921"/>
                    <a:pt x="9574" y="12938"/>
                  </a:cubicBezTo>
                  <a:cubicBezTo>
                    <a:pt x="9589" y="12940"/>
                    <a:pt x="9604" y="12941"/>
                    <a:pt x="9618" y="12941"/>
                  </a:cubicBezTo>
                  <a:cubicBezTo>
                    <a:pt x="9763" y="12941"/>
                    <a:pt x="9876" y="12823"/>
                    <a:pt x="9876" y="12672"/>
                  </a:cubicBezTo>
                  <a:lnTo>
                    <a:pt x="9876" y="12191"/>
                  </a:lnTo>
                  <a:lnTo>
                    <a:pt x="10928" y="12191"/>
                  </a:lnTo>
                  <a:lnTo>
                    <a:pt x="10928" y="12672"/>
                  </a:lnTo>
                  <a:cubicBezTo>
                    <a:pt x="10928" y="12798"/>
                    <a:pt x="11025" y="12921"/>
                    <a:pt x="11164" y="12938"/>
                  </a:cubicBezTo>
                  <a:cubicBezTo>
                    <a:pt x="11179" y="12940"/>
                    <a:pt x="11194" y="12941"/>
                    <a:pt x="11208" y="12941"/>
                  </a:cubicBezTo>
                  <a:cubicBezTo>
                    <a:pt x="11353" y="12941"/>
                    <a:pt x="11466" y="12823"/>
                    <a:pt x="11466" y="12672"/>
                  </a:cubicBezTo>
                  <a:lnTo>
                    <a:pt x="11466" y="12191"/>
                  </a:lnTo>
                  <a:lnTo>
                    <a:pt x="12518" y="12191"/>
                  </a:lnTo>
                  <a:lnTo>
                    <a:pt x="12518" y="13296"/>
                  </a:lnTo>
                  <a:cubicBezTo>
                    <a:pt x="12518" y="13419"/>
                    <a:pt x="12615" y="13545"/>
                    <a:pt x="12754" y="13559"/>
                  </a:cubicBezTo>
                  <a:cubicBezTo>
                    <a:pt x="12769" y="13561"/>
                    <a:pt x="12784" y="13562"/>
                    <a:pt x="12799" y="13562"/>
                  </a:cubicBezTo>
                  <a:cubicBezTo>
                    <a:pt x="12944" y="13562"/>
                    <a:pt x="13059" y="13447"/>
                    <a:pt x="13059" y="13296"/>
                  </a:cubicBezTo>
                  <a:lnTo>
                    <a:pt x="13059" y="12191"/>
                  </a:lnTo>
                  <a:lnTo>
                    <a:pt x="13322" y="12191"/>
                  </a:lnTo>
                  <a:cubicBezTo>
                    <a:pt x="13667" y="12174"/>
                    <a:pt x="13667" y="11663"/>
                    <a:pt x="13322" y="11650"/>
                  </a:cubicBezTo>
                  <a:lnTo>
                    <a:pt x="1922" y="11650"/>
                  </a:lnTo>
                  <a:lnTo>
                    <a:pt x="1922" y="280"/>
                  </a:lnTo>
                  <a:cubicBezTo>
                    <a:pt x="1922" y="141"/>
                    <a:pt x="1839" y="18"/>
                    <a:pt x="1703" y="5"/>
                  </a:cubicBezTo>
                  <a:cubicBezTo>
                    <a:pt x="1687" y="2"/>
                    <a:pt x="1670" y="0"/>
                    <a:pt x="16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Google Shape;1379;p58"/>
            <p:cNvSpPr/>
            <p:nvPr/>
          </p:nvSpPr>
          <p:spPr>
            <a:xfrm>
              <a:off x="4120550" y="2148750"/>
              <a:ext cx="53225" cy="212175"/>
            </a:xfrm>
            <a:custGeom>
              <a:avLst/>
              <a:gdLst/>
              <a:ahLst/>
              <a:cxnLst/>
              <a:rect l="l" t="t" r="r" b="b"/>
              <a:pathLst>
                <a:path w="2129" h="8487" extrusionOk="0">
                  <a:moveTo>
                    <a:pt x="1591" y="2122"/>
                  </a:moveTo>
                  <a:lnTo>
                    <a:pt x="1591" y="6367"/>
                  </a:lnTo>
                  <a:lnTo>
                    <a:pt x="539" y="6367"/>
                  </a:lnTo>
                  <a:lnTo>
                    <a:pt x="539" y="2122"/>
                  </a:lnTo>
                  <a:close/>
                  <a:moveTo>
                    <a:pt x="1066" y="0"/>
                  </a:moveTo>
                  <a:cubicBezTo>
                    <a:pt x="918" y="0"/>
                    <a:pt x="801" y="129"/>
                    <a:pt x="801" y="269"/>
                  </a:cubicBezTo>
                  <a:lnTo>
                    <a:pt x="801" y="1597"/>
                  </a:lnTo>
                  <a:lnTo>
                    <a:pt x="276" y="1597"/>
                  </a:lnTo>
                  <a:cubicBezTo>
                    <a:pt x="124" y="1597"/>
                    <a:pt x="1" y="1707"/>
                    <a:pt x="1" y="1859"/>
                  </a:cubicBezTo>
                  <a:lnTo>
                    <a:pt x="1" y="6630"/>
                  </a:lnTo>
                  <a:cubicBezTo>
                    <a:pt x="1" y="6769"/>
                    <a:pt x="124" y="6892"/>
                    <a:pt x="276" y="6892"/>
                  </a:cubicBezTo>
                  <a:lnTo>
                    <a:pt x="801" y="6892"/>
                  </a:lnTo>
                  <a:lnTo>
                    <a:pt x="801" y="8206"/>
                  </a:lnTo>
                  <a:cubicBezTo>
                    <a:pt x="801" y="8346"/>
                    <a:pt x="901" y="8455"/>
                    <a:pt x="1023" y="8485"/>
                  </a:cubicBezTo>
                  <a:cubicBezTo>
                    <a:pt x="1031" y="8486"/>
                    <a:pt x="1039" y="8486"/>
                    <a:pt x="1047" y="8486"/>
                  </a:cubicBezTo>
                  <a:cubicBezTo>
                    <a:pt x="1203" y="8486"/>
                    <a:pt x="1329" y="8365"/>
                    <a:pt x="1329" y="8220"/>
                  </a:cubicBezTo>
                  <a:lnTo>
                    <a:pt x="1329" y="6892"/>
                  </a:lnTo>
                  <a:lnTo>
                    <a:pt x="1853" y="6892"/>
                  </a:lnTo>
                  <a:cubicBezTo>
                    <a:pt x="2006" y="6892"/>
                    <a:pt x="2129" y="6769"/>
                    <a:pt x="2129" y="6630"/>
                  </a:cubicBezTo>
                  <a:lnTo>
                    <a:pt x="2129" y="1859"/>
                  </a:lnTo>
                  <a:cubicBezTo>
                    <a:pt x="2129" y="1707"/>
                    <a:pt x="2006" y="1597"/>
                    <a:pt x="1853" y="1597"/>
                  </a:cubicBezTo>
                  <a:lnTo>
                    <a:pt x="1329" y="1597"/>
                  </a:lnTo>
                  <a:lnTo>
                    <a:pt x="1329" y="282"/>
                  </a:lnTo>
                  <a:cubicBezTo>
                    <a:pt x="1329" y="143"/>
                    <a:pt x="1232" y="34"/>
                    <a:pt x="1106" y="4"/>
                  </a:cubicBezTo>
                  <a:cubicBezTo>
                    <a:pt x="1093" y="1"/>
                    <a:pt x="1079" y="0"/>
                    <a:pt x="10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58"/>
            <p:cNvSpPr/>
            <p:nvPr/>
          </p:nvSpPr>
          <p:spPr>
            <a:xfrm>
              <a:off x="4200075" y="2188550"/>
              <a:ext cx="52950" cy="211850"/>
            </a:xfrm>
            <a:custGeom>
              <a:avLst/>
              <a:gdLst/>
              <a:ahLst/>
              <a:cxnLst/>
              <a:rect l="l" t="t" r="r" b="b"/>
              <a:pathLst>
                <a:path w="2118" h="8474" extrusionOk="0">
                  <a:moveTo>
                    <a:pt x="1590" y="2120"/>
                  </a:moveTo>
                  <a:lnTo>
                    <a:pt x="1590" y="6352"/>
                  </a:lnTo>
                  <a:lnTo>
                    <a:pt x="541" y="6352"/>
                  </a:lnTo>
                  <a:lnTo>
                    <a:pt x="541" y="2120"/>
                  </a:lnTo>
                  <a:close/>
                  <a:moveTo>
                    <a:pt x="1057" y="1"/>
                  </a:moveTo>
                  <a:cubicBezTo>
                    <a:pt x="914" y="1"/>
                    <a:pt x="803" y="118"/>
                    <a:pt x="803" y="267"/>
                  </a:cubicBezTo>
                  <a:lnTo>
                    <a:pt x="803" y="1595"/>
                  </a:lnTo>
                  <a:lnTo>
                    <a:pt x="262" y="1595"/>
                  </a:lnTo>
                  <a:cubicBezTo>
                    <a:pt x="126" y="1595"/>
                    <a:pt x="0" y="1705"/>
                    <a:pt x="0" y="1857"/>
                  </a:cubicBezTo>
                  <a:lnTo>
                    <a:pt x="0" y="6628"/>
                  </a:lnTo>
                  <a:cubicBezTo>
                    <a:pt x="0" y="6767"/>
                    <a:pt x="126" y="6893"/>
                    <a:pt x="262" y="6893"/>
                  </a:cubicBezTo>
                  <a:lnTo>
                    <a:pt x="803" y="6893"/>
                  </a:lnTo>
                  <a:lnTo>
                    <a:pt x="803" y="8204"/>
                  </a:lnTo>
                  <a:cubicBezTo>
                    <a:pt x="803" y="8331"/>
                    <a:pt x="886" y="8453"/>
                    <a:pt x="1022" y="8470"/>
                  </a:cubicBezTo>
                  <a:cubicBezTo>
                    <a:pt x="1037" y="8472"/>
                    <a:pt x="1052" y="8473"/>
                    <a:pt x="1067" y="8473"/>
                  </a:cubicBezTo>
                  <a:cubicBezTo>
                    <a:pt x="1212" y="8473"/>
                    <a:pt x="1328" y="8355"/>
                    <a:pt x="1328" y="8204"/>
                  </a:cubicBezTo>
                  <a:lnTo>
                    <a:pt x="1328" y="6893"/>
                  </a:lnTo>
                  <a:lnTo>
                    <a:pt x="1852" y="6893"/>
                  </a:lnTo>
                  <a:cubicBezTo>
                    <a:pt x="2005" y="6893"/>
                    <a:pt x="2118" y="6767"/>
                    <a:pt x="2118" y="6628"/>
                  </a:cubicBezTo>
                  <a:lnTo>
                    <a:pt x="2118" y="1857"/>
                  </a:lnTo>
                  <a:cubicBezTo>
                    <a:pt x="2118" y="1705"/>
                    <a:pt x="2005" y="1595"/>
                    <a:pt x="1852" y="1595"/>
                  </a:cubicBezTo>
                  <a:lnTo>
                    <a:pt x="1328" y="1595"/>
                  </a:lnTo>
                  <a:lnTo>
                    <a:pt x="1328" y="281"/>
                  </a:lnTo>
                  <a:cubicBezTo>
                    <a:pt x="1328" y="141"/>
                    <a:pt x="1232" y="18"/>
                    <a:pt x="1105" y="5"/>
                  </a:cubicBezTo>
                  <a:cubicBezTo>
                    <a:pt x="1089" y="2"/>
                    <a:pt x="1073" y="1"/>
                    <a:pt x="10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58"/>
            <p:cNvSpPr/>
            <p:nvPr/>
          </p:nvSpPr>
          <p:spPr>
            <a:xfrm>
              <a:off x="4279575" y="2148750"/>
              <a:ext cx="52975" cy="172350"/>
            </a:xfrm>
            <a:custGeom>
              <a:avLst/>
              <a:gdLst/>
              <a:ahLst/>
              <a:cxnLst/>
              <a:rect l="l" t="t" r="r" b="b"/>
              <a:pathLst>
                <a:path w="2119" h="6894" extrusionOk="0">
                  <a:moveTo>
                    <a:pt x="1594" y="2122"/>
                  </a:moveTo>
                  <a:lnTo>
                    <a:pt x="1594" y="4777"/>
                  </a:lnTo>
                  <a:lnTo>
                    <a:pt x="528" y="4777"/>
                  </a:lnTo>
                  <a:lnTo>
                    <a:pt x="528" y="2122"/>
                  </a:lnTo>
                  <a:close/>
                  <a:moveTo>
                    <a:pt x="1058" y="0"/>
                  </a:moveTo>
                  <a:cubicBezTo>
                    <a:pt x="919" y="0"/>
                    <a:pt x="790" y="129"/>
                    <a:pt x="790" y="269"/>
                  </a:cubicBezTo>
                  <a:lnTo>
                    <a:pt x="790" y="1597"/>
                  </a:lnTo>
                  <a:lnTo>
                    <a:pt x="266" y="1597"/>
                  </a:lnTo>
                  <a:cubicBezTo>
                    <a:pt x="126" y="1597"/>
                    <a:pt x="0" y="1707"/>
                    <a:pt x="0" y="1859"/>
                  </a:cubicBezTo>
                  <a:lnTo>
                    <a:pt x="0" y="5039"/>
                  </a:lnTo>
                  <a:cubicBezTo>
                    <a:pt x="0" y="5179"/>
                    <a:pt x="126" y="5302"/>
                    <a:pt x="266" y="5302"/>
                  </a:cubicBezTo>
                  <a:lnTo>
                    <a:pt x="790" y="5302"/>
                  </a:lnTo>
                  <a:lnTo>
                    <a:pt x="790" y="6616"/>
                  </a:lnTo>
                  <a:cubicBezTo>
                    <a:pt x="790" y="6756"/>
                    <a:pt x="887" y="6865"/>
                    <a:pt x="1026" y="6892"/>
                  </a:cubicBezTo>
                  <a:cubicBezTo>
                    <a:pt x="1036" y="6893"/>
                    <a:pt x="1046" y="6893"/>
                    <a:pt x="1055" y="6893"/>
                  </a:cubicBezTo>
                  <a:cubicBezTo>
                    <a:pt x="1208" y="6893"/>
                    <a:pt x="1328" y="6773"/>
                    <a:pt x="1328" y="6630"/>
                  </a:cubicBezTo>
                  <a:lnTo>
                    <a:pt x="1328" y="5302"/>
                  </a:lnTo>
                  <a:lnTo>
                    <a:pt x="1856" y="5302"/>
                  </a:lnTo>
                  <a:cubicBezTo>
                    <a:pt x="2009" y="5302"/>
                    <a:pt x="2118" y="5179"/>
                    <a:pt x="2118" y="5039"/>
                  </a:cubicBezTo>
                  <a:lnTo>
                    <a:pt x="2118" y="1859"/>
                  </a:lnTo>
                  <a:cubicBezTo>
                    <a:pt x="2118" y="1707"/>
                    <a:pt x="2009" y="1597"/>
                    <a:pt x="1856" y="1597"/>
                  </a:cubicBezTo>
                  <a:lnTo>
                    <a:pt x="1328" y="1597"/>
                  </a:lnTo>
                  <a:lnTo>
                    <a:pt x="1328" y="282"/>
                  </a:lnTo>
                  <a:cubicBezTo>
                    <a:pt x="1328" y="143"/>
                    <a:pt x="1232" y="34"/>
                    <a:pt x="1096" y="4"/>
                  </a:cubicBezTo>
                  <a:cubicBezTo>
                    <a:pt x="1083" y="1"/>
                    <a:pt x="1070" y="0"/>
                    <a:pt x="10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82" name="Google Shape;1382;p58"/>
          <p:cNvSpPr/>
          <p:nvPr/>
        </p:nvSpPr>
        <p:spPr>
          <a:xfrm>
            <a:off x="1449688" y="1296938"/>
            <a:ext cx="339200" cy="339275"/>
          </a:xfrm>
          <a:custGeom>
            <a:avLst/>
            <a:gdLst/>
            <a:ahLst/>
            <a:cxnLst/>
            <a:rect l="l" t="t" r="r" b="b"/>
            <a:pathLst>
              <a:path w="13568" h="13571" extrusionOk="0">
                <a:moveTo>
                  <a:pt x="12034" y="1066"/>
                </a:moveTo>
                <a:cubicBezTo>
                  <a:pt x="12283" y="1066"/>
                  <a:pt x="12489" y="1271"/>
                  <a:pt x="12489" y="1520"/>
                </a:cubicBezTo>
                <a:cubicBezTo>
                  <a:pt x="12482" y="1826"/>
                  <a:pt x="12261" y="1978"/>
                  <a:pt x="12038" y="1978"/>
                </a:cubicBezTo>
                <a:cubicBezTo>
                  <a:pt x="11816" y="1978"/>
                  <a:pt x="11591" y="1826"/>
                  <a:pt x="11576" y="1520"/>
                </a:cubicBezTo>
                <a:cubicBezTo>
                  <a:pt x="11576" y="1271"/>
                  <a:pt x="11785" y="1066"/>
                  <a:pt x="12034" y="1066"/>
                </a:cubicBezTo>
                <a:close/>
                <a:moveTo>
                  <a:pt x="8522" y="4661"/>
                </a:moveTo>
                <a:cubicBezTo>
                  <a:pt x="9129" y="4691"/>
                  <a:pt x="9129" y="5560"/>
                  <a:pt x="8522" y="5574"/>
                </a:cubicBezTo>
                <a:cubicBezTo>
                  <a:pt x="8273" y="5574"/>
                  <a:pt x="8064" y="5381"/>
                  <a:pt x="8064" y="5119"/>
                </a:cubicBezTo>
                <a:cubicBezTo>
                  <a:pt x="8064" y="4870"/>
                  <a:pt x="8273" y="4661"/>
                  <a:pt x="8522" y="4661"/>
                </a:cubicBezTo>
                <a:close/>
                <a:moveTo>
                  <a:pt x="4434" y="6072"/>
                </a:moveTo>
                <a:cubicBezTo>
                  <a:pt x="4659" y="6072"/>
                  <a:pt x="4883" y="6224"/>
                  <a:pt x="4897" y="6530"/>
                </a:cubicBezTo>
                <a:cubicBezTo>
                  <a:pt x="4897" y="6779"/>
                  <a:pt x="4688" y="6984"/>
                  <a:pt x="4439" y="6984"/>
                </a:cubicBezTo>
                <a:cubicBezTo>
                  <a:pt x="4176" y="6984"/>
                  <a:pt x="3971" y="6779"/>
                  <a:pt x="3971" y="6530"/>
                </a:cubicBezTo>
                <a:cubicBezTo>
                  <a:pt x="3984" y="6224"/>
                  <a:pt x="4209" y="6072"/>
                  <a:pt x="4434" y="6072"/>
                </a:cubicBezTo>
                <a:close/>
                <a:moveTo>
                  <a:pt x="7124" y="8561"/>
                </a:moveTo>
                <a:cubicBezTo>
                  <a:pt x="7386" y="8561"/>
                  <a:pt x="7592" y="8770"/>
                  <a:pt x="7592" y="9019"/>
                </a:cubicBezTo>
                <a:cubicBezTo>
                  <a:pt x="7579" y="9323"/>
                  <a:pt x="7355" y="9475"/>
                  <a:pt x="7130" y="9475"/>
                </a:cubicBezTo>
                <a:cubicBezTo>
                  <a:pt x="6906" y="9475"/>
                  <a:pt x="6681" y="9323"/>
                  <a:pt x="6666" y="9019"/>
                </a:cubicBezTo>
                <a:cubicBezTo>
                  <a:pt x="6666" y="8770"/>
                  <a:pt x="6875" y="8561"/>
                  <a:pt x="7124" y="8561"/>
                </a:cubicBezTo>
                <a:close/>
                <a:moveTo>
                  <a:pt x="7054" y="2559"/>
                </a:moveTo>
                <a:cubicBezTo>
                  <a:pt x="8037" y="2616"/>
                  <a:pt x="8920" y="3014"/>
                  <a:pt x="9614" y="3638"/>
                </a:cubicBezTo>
                <a:lnTo>
                  <a:pt x="9003" y="4259"/>
                </a:lnTo>
                <a:cubicBezTo>
                  <a:pt x="8834" y="4173"/>
                  <a:pt x="8669" y="4134"/>
                  <a:pt x="8514" y="4134"/>
                </a:cubicBezTo>
                <a:cubicBezTo>
                  <a:pt x="7659" y="4134"/>
                  <a:pt x="7124" y="5303"/>
                  <a:pt x="7967" y="5935"/>
                </a:cubicBezTo>
                <a:lnTo>
                  <a:pt x="7207" y="8037"/>
                </a:lnTo>
                <a:cubicBezTo>
                  <a:pt x="7186" y="8035"/>
                  <a:pt x="7165" y="8035"/>
                  <a:pt x="7144" y="8035"/>
                </a:cubicBezTo>
                <a:cubicBezTo>
                  <a:pt x="6957" y="8035"/>
                  <a:pt x="6776" y="8088"/>
                  <a:pt x="6626" y="8189"/>
                </a:cubicBezTo>
                <a:lnTo>
                  <a:pt x="5325" y="6971"/>
                </a:lnTo>
                <a:cubicBezTo>
                  <a:pt x="5667" y="6339"/>
                  <a:pt x="5180" y="5534"/>
                  <a:pt x="4456" y="5534"/>
                </a:cubicBezTo>
                <a:cubicBezTo>
                  <a:pt x="4450" y="5534"/>
                  <a:pt x="4445" y="5534"/>
                  <a:pt x="4439" y="5534"/>
                </a:cubicBezTo>
                <a:cubicBezTo>
                  <a:pt x="3901" y="5534"/>
                  <a:pt x="3459" y="5975"/>
                  <a:pt x="3459" y="6530"/>
                </a:cubicBezTo>
                <a:cubicBezTo>
                  <a:pt x="3447" y="7098"/>
                  <a:pt x="3931" y="7512"/>
                  <a:pt x="4448" y="7512"/>
                </a:cubicBezTo>
                <a:cubicBezTo>
                  <a:pt x="4623" y="7512"/>
                  <a:pt x="4802" y="7464"/>
                  <a:pt x="4966" y="7360"/>
                </a:cubicBezTo>
                <a:lnTo>
                  <a:pt x="6264" y="8574"/>
                </a:lnTo>
                <a:cubicBezTo>
                  <a:pt x="5922" y="9207"/>
                  <a:pt x="6409" y="10015"/>
                  <a:pt x="7120" y="10015"/>
                </a:cubicBezTo>
                <a:cubicBezTo>
                  <a:pt x="7126" y="10015"/>
                  <a:pt x="7132" y="10015"/>
                  <a:pt x="7137" y="10015"/>
                </a:cubicBezTo>
                <a:cubicBezTo>
                  <a:pt x="8107" y="10015"/>
                  <a:pt x="8492" y="8770"/>
                  <a:pt x="7718" y="8216"/>
                </a:cubicBezTo>
                <a:lnTo>
                  <a:pt x="8465" y="6115"/>
                </a:lnTo>
                <a:cubicBezTo>
                  <a:pt x="8488" y="6116"/>
                  <a:pt x="8510" y="6117"/>
                  <a:pt x="8533" y="6117"/>
                </a:cubicBezTo>
                <a:cubicBezTo>
                  <a:pt x="9270" y="6117"/>
                  <a:pt x="9768" y="5279"/>
                  <a:pt x="9391" y="4634"/>
                </a:cubicBezTo>
                <a:lnTo>
                  <a:pt x="9986" y="4010"/>
                </a:lnTo>
                <a:cubicBezTo>
                  <a:pt x="10580" y="4691"/>
                  <a:pt x="10955" y="5560"/>
                  <a:pt x="11011" y="6530"/>
                </a:cubicBezTo>
                <a:lnTo>
                  <a:pt x="10885" y="6530"/>
                </a:lnTo>
                <a:cubicBezTo>
                  <a:pt x="10540" y="6530"/>
                  <a:pt x="10540" y="7041"/>
                  <a:pt x="10885" y="7054"/>
                </a:cubicBezTo>
                <a:lnTo>
                  <a:pt x="11011" y="7054"/>
                </a:lnTo>
                <a:cubicBezTo>
                  <a:pt x="10885" y="9185"/>
                  <a:pt x="9169" y="10885"/>
                  <a:pt x="7054" y="11011"/>
                </a:cubicBezTo>
                <a:lnTo>
                  <a:pt x="7054" y="10898"/>
                </a:lnTo>
                <a:cubicBezTo>
                  <a:pt x="7054" y="10762"/>
                  <a:pt x="6958" y="10649"/>
                  <a:pt x="6819" y="10636"/>
                </a:cubicBezTo>
                <a:cubicBezTo>
                  <a:pt x="6805" y="10633"/>
                  <a:pt x="6791" y="10632"/>
                  <a:pt x="6777" y="10632"/>
                </a:cubicBezTo>
                <a:cubicBezTo>
                  <a:pt x="6639" y="10632"/>
                  <a:pt x="6513" y="10746"/>
                  <a:pt x="6513" y="10885"/>
                </a:cubicBezTo>
                <a:lnTo>
                  <a:pt x="6513" y="11011"/>
                </a:lnTo>
                <a:cubicBezTo>
                  <a:pt x="4399" y="10885"/>
                  <a:pt x="2683" y="9185"/>
                  <a:pt x="2560" y="7054"/>
                </a:cubicBezTo>
                <a:lnTo>
                  <a:pt x="2669" y="7054"/>
                </a:lnTo>
                <a:cubicBezTo>
                  <a:pt x="2809" y="7054"/>
                  <a:pt x="2918" y="6958"/>
                  <a:pt x="2945" y="6832"/>
                </a:cubicBezTo>
                <a:cubicBezTo>
                  <a:pt x="2961" y="6666"/>
                  <a:pt x="2835" y="6530"/>
                  <a:pt x="2683" y="6530"/>
                </a:cubicBezTo>
                <a:lnTo>
                  <a:pt x="2560" y="6530"/>
                </a:lnTo>
                <a:cubicBezTo>
                  <a:pt x="2683" y="4398"/>
                  <a:pt x="4399" y="2682"/>
                  <a:pt x="6513" y="2559"/>
                </a:cubicBezTo>
                <a:lnTo>
                  <a:pt x="6513" y="2669"/>
                </a:lnTo>
                <a:cubicBezTo>
                  <a:pt x="6513" y="2808"/>
                  <a:pt x="6613" y="2918"/>
                  <a:pt x="6749" y="2948"/>
                </a:cubicBezTo>
                <a:cubicBezTo>
                  <a:pt x="6757" y="2948"/>
                  <a:pt x="6765" y="2949"/>
                  <a:pt x="6773" y="2949"/>
                </a:cubicBezTo>
                <a:cubicBezTo>
                  <a:pt x="6928" y="2949"/>
                  <a:pt x="7054" y="2828"/>
                  <a:pt x="7054" y="2682"/>
                </a:cubicBezTo>
                <a:lnTo>
                  <a:pt x="7054" y="2559"/>
                </a:lnTo>
                <a:close/>
                <a:moveTo>
                  <a:pt x="7177" y="541"/>
                </a:moveTo>
                <a:lnTo>
                  <a:pt x="7177" y="996"/>
                </a:lnTo>
                <a:cubicBezTo>
                  <a:pt x="7177" y="1135"/>
                  <a:pt x="7290" y="1245"/>
                  <a:pt x="7413" y="1258"/>
                </a:cubicBezTo>
                <a:cubicBezTo>
                  <a:pt x="8605" y="1398"/>
                  <a:pt x="9684" y="1922"/>
                  <a:pt x="10540" y="2699"/>
                </a:cubicBezTo>
                <a:lnTo>
                  <a:pt x="9986" y="3250"/>
                </a:lnTo>
                <a:cubicBezTo>
                  <a:pt x="9199" y="2546"/>
                  <a:pt x="8173" y="2088"/>
                  <a:pt x="7054" y="2018"/>
                </a:cubicBezTo>
                <a:lnTo>
                  <a:pt x="7054" y="1839"/>
                </a:lnTo>
                <a:cubicBezTo>
                  <a:pt x="7054" y="1786"/>
                  <a:pt x="7028" y="1730"/>
                  <a:pt x="6971" y="1686"/>
                </a:cubicBezTo>
                <a:cubicBezTo>
                  <a:pt x="6910" y="1642"/>
                  <a:pt x="6845" y="1623"/>
                  <a:pt x="6784" y="1623"/>
                </a:cubicBezTo>
                <a:cubicBezTo>
                  <a:pt x="6638" y="1623"/>
                  <a:pt x="6513" y="1734"/>
                  <a:pt x="6513" y="1882"/>
                </a:cubicBezTo>
                <a:lnTo>
                  <a:pt x="6513" y="2018"/>
                </a:lnTo>
                <a:cubicBezTo>
                  <a:pt x="4107" y="2158"/>
                  <a:pt x="2158" y="4110"/>
                  <a:pt x="2019" y="6530"/>
                </a:cubicBezTo>
                <a:lnTo>
                  <a:pt x="1839" y="6530"/>
                </a:lnTo>
                <a:cubicBezTo>
                  <a:pt x="1783" y="6530"/>
                  <a:pt x="1730" y="6543"/>
                  <a:pt x="1687" y="6599"/>
                </a:cubicBezTo>
                <a:cubicBezTo>
                  <a:pt x="1521" y="6818"/>
                  <a:pt x="1673" y="7054"/>
                  <a:pt x="1883" y="7054"/>
                </a:cubicBezTo>
                <a:lnTo>
                  <a:pt x="2019" y="7054"/>
                </a:lnTo>
                <a:cubicBezTo>
                  <a:pt x="2158" y="9474"/>
                  <a:pt x="4107" y="11413"/>
                  <a:pt x="6513" y="11549"/>
                </a:cubicBezTo>
                <a:lnTo>
                  <a:pt x="6513" y="11728"/>
                </a:lnTo>
                <a:cubicBezTo>
                  <a:pt x="6513" y="11785"/>
                  <a:pt x="6543" y="11854"/>
                  <a:pt x="6596" y="11881"/>
                </a:cubicBezTo>
                <a:cubicBezTo>
                  <a:pt x="6662" y="11930"/>
                  <a:pt x="6730" y="11951"/>
                  <a:pt x="6792" y="11951"/>
                </a:cubicBezTo>
                <a:cubicBezTo>
                  <a:pt x="6938" y="11951"/>
                  <a:pt x="7054" y="11833"/>
                  <a:pt x="7054" y="11688"/>
                </a:cubicBezTo>
                <a:lnTo>
                  <a:pt x="7054" y="11549"/>
                </a:lnTo>
                <a:cubicBezTo>
                  <a:pt x="9474" y="11413"/>
                  <a:pt x="11410" y="9474"/>
                  <a:pt x="11549" y="7054"/>
                </a:cubicBezTo>
                <a:lnTo>
                  <a:pt x="11728" y="7054"/>
                </a:lnTo>
                <a:cubicBezTo>
                  <a:pt x="11785" y="7054"/>
                  <a:pt x="11855" y="7028"/>
                  <a:pt x="11881" y="6971"/>
                </a:cubicBezTo>
                <a:cubicBezTo>
                  <a:pt x="12047" y="6765"/>
                  <a:pt x="11894" y="6530"/>
                  <a:pt x="11689" y="6530"/>
                </a:cubicBezTo>
                <a:lnTo>
                  <a:pt x="11549" y="6530"/>
                </a:lnTo>
                <a:cubicBezTo>
                  <a:pt x="11479" y="5421"/>
                  <a:pt x="11051" y="4412"/>
                  <a:pt x="10361" y="3638"/>
                </a:cubicBezTo>
                <a:lnTo>
                  <a:pt x="10912" y="3084"/>
                </a:lnTo>
                <a:cubicBezTo>
                  <a:pt x="11659" y="3914"/>
                  <a:pt x="12173" y="4979"/>
                  <a:pt x="12296" y="6155"/>
                </a:cubicBezTo>
                <a:cubicBezTo>
                  <a:pt x="12309" y="6294"/>
                  <a:pt x="12436" y="6390"/>
                  <a:pt x="12558" y="6390"/>
                </a:cubicBezTo>
                <a:lnTo>
                  <a:pt x="13043" y="6390"/>
                </a:lnTo>
                <a:lnTo>
                  <a:pt x="13043" y="7180"/>
                </a:lnTo>
                <a:lnTo>
                  <a:pt x="12558" y="7180"/>
                </a:lnTo>
                <a:cubicBezTo>
                  <a:pt x="12436" y="7180"/>
                  <a:pt x="12309" y="7290"/>
                  <a:pt x="12296" y="7413"/>
                </a:cubicBezTo>
                <a:cubicBezTo>
                  <a:pt x="12021" y="9959"/>
                  <a:pt x="9959" y="12020"/>
                  <a:pt x="7413" y="12309"/>
                </a:cubicBezTo>
                <a:cubicBezTo>
                  <a:pt x="7290" y="12326"/>
                  <a:pt x="7177" y="12435"/>
                  <a:pt x="7177" y="12575"/>
                </a:cubicBezTo>
                <a:lnTo>
                  <a:pt x="7177" y="13043"/>
                </a:lnTo>
                <a:lnTo>
                  <a:pt x="6391" y="13043"/>
                </a:lnTo>
                <a:lnTo>
                  <a:pt x="6391" y="12575"/>
                </a:lnTo>
                <a:cubicBezTo>
                  <a:pt x="6391" y="12448"/>
                  <a:pt x="6294" y="12326"/>
                  <a:pt x="6155" y="12309"/>
                </a:cubicBezTo>
                <a:cubicBezTo>
                  <a:pt x="3595" y="12033"/>
                  <a:pt x="1534" y="9972"/>
                  <a:pt x="1245" y="7413"/>
                </a:cubicBezTo>
                <a:cubicBezTo>
                  <a:pt x="1232" y="7290"/>
                  <a:pt x="1119" y="7180"/>
                  <a:pt x="983" y="7180"/>
                </a:cubicBezTo>
                <a:lnTo>
                  <a:pt x="538" y="7180"/>
                </a:lnTo>
                <a:lnTo>
                  <a:pt x="538" y="6390"/>
                </a:lnTo>
                <a:lnTo>
                  <a:pt x="983" y="6390"/>
                </a:lnTo>
                <a:cubicBezTo>
                  <a:pt x="1119" y="6390"/>
                  <a:pt x="1232" y="6294"/>
                  <a:pt x="1245" y="6155"/>
                </a:cubicBezTo>
                <a:cubicBezTo>
                  <a:pt x="1534" y="3595"/>
                  <a:pt x="3595" y="1550"/>
                  <a:pt x="6155" y="1258"/>
                </a:cubicBezTo>
                <a:cubicBezTo>
                  <a:pt x="6294" y="1245"/>
                  <a:pt x="6391" y="1135"/>
                  <a:pt x="6391" y="996"/>
                </a:cubicBezTo>
                <a:lnTo>
                  <a:pt x="6391" y="541"/>
                </a:lnTo>
                <a:close/>
                <a:moveTo>
                  <a:pt x="6128" y="0"/>
                </a:moveTo>
                <a:cubicBezTo>
                  <a:pt x="5976" y="0"/>
                  <a:pt x="5866" y="126"/>
                  <a:pt x="5866" y="276"/>
                </a:cubicBezTo>
                <a:lnTo>
                  <a:pt x="5866" y="760"/>
                </a:lnTo>
                <a:cubicBezTo>
                  <a:pt x="3293" y="1122"/>
                  <a:pt x="1106" y="3293"/>
                  <a:pt x="747" y="5866"/>
                </a:cubicBezTo>
                <a:lnTo>
                  <a:pt x="263" y="5866"/>
                </a:lnTo>
                <a:cubicBezTo>
                  <a:pt x="123" y="5866"/>
                  <a:pt x="0" y="5975"/>
                  <a:pt x="0" y="6128"/>
                </a:cubicBezTo>
                <a:lnTo>
                  <a:pt x="0" y="7456"/>
                </a:lnTo>
                <a:cubicBezTo>
                  <a:pt x="0" y="7595"/>
                  <a:pt x="123" y="7718"/>
                  <a:pt x="263" y="7718"/>
                </a:cubicBezTo>
                <a:lnTo>
                  <a:pt x="747" y="7718"/>
                </a:lnTo>
                <a:cubicBezTo>
                  <a:pt x="1106" y="10291"/>
                  <a:pt x="3293" y="12448"/>
                  <a:pt x="5866" y="12807"/>
                </a:cubicBezTo>
                <a:lnTo>
                  <a:pt x="5866" y="13305"/>
                </a:lnTo>
                <a:cubicBezTo>
                  <a:pt x="5866" y="13444"/>
                  <a:pt x="5976" y="13570"/>
                  <a:pt x="6128" y="13570"/>
                </a:cubicBezTo>
                <a:lnTo>
                  <a:pt x="7443" y="13570"/>
                </a:lnTo>
                <a:cubicBezTo>
                  <a:pt x="7592" y="13570"/>
                  <a:pt x="7718" y="13444"/>
                  <a:pt x="7718" y="13305"/>
                </a:cubicBezTo>
                <a:lnTo>
                  <a:pt x="7718" y="12807"/>
                </a:lnTo>
                <a:cubicBezTo>
                  <a:pt x="10278" y="12435"/>
                  <a:pt x="12436" y="10277"/>
                  <a:pt x="12794" y="7718"/>
                </a:cubicBezTo>
                <a:lnTo>
                  <a:pt x="13305" y="7718"/>
                </a:lnTo>
                <a:cubicBezTo>
                  <a:pt x="13445" y="7718"/>
                  <a:pt x="13568" y="7595"/>
                  <a:pt x="13568" y="7456"/>
                </a:cubicBezTo>
                <a:lnTo>
                  <a:pt x="13568" y="6128"/>
                </a:lnTo>
                <a:cubicBezTo>
                  <a:pt x="13568" y="5975"/>
                  <a:pt x="13445" y="5866"/>
                  <a:pt x="13305" y="5866"/>
                </a:cubicBezTo>
                <a:lnTo>
                  <a:pt x="12794" y="5866"/>
                </a:lnTo>
                <a:cubicBezTo>
                  <a:pt x="12615" y="4691"/>
                  <a:pt x="12090" y="3582"/>
                  <a:pt x="11287" y="2699"/>
                </a:cubicBezTo>
                <a:lnTo>
                  <a:pt x="11576" y="2393"/>
                </a:lnTo>
                <a:cubicBezTo>
                  <a:pt x="11723" y="2476"/>
                  <a:pt x="11880" y="2514"/>
                  <a:pt x="12036" y="2514"/>
                </a:cubicBezTo>
                <a:cubicBezTo>
                  <a:pt x="12552" y="2514"/>
                  <a:pt x="13043" y="2095"/>
                  <a:pt x="13043" y="1520"/>
                </a:cubicBezTo>
                <a:cubicBezTo>
                  <a:pt x="13043" y="983"/>
                  <a:pt x="12588" y="541"/>
                  <a:pt x="12047" y="541"/>
                </a:cubicBezTo>
                <a:cubicBezTo>
                  <a:pt x="12040" y="541"/>
                  <a:pt x="12033" y="541"/>
                  <a:pt x="12026" y="541"/>
                </a:cubicBezTo>
                <a:cubicBezTo>
                  <a:pt x="11291" y="541"/>
                  <a:pt x="10806" y="1390"/>
                  <a:pt x="11191" y="2018"/>
                </a:cubicBezTo>
                <a:lnTo>
                  <a:pt x="10912" y="2310"/>
                </a:lnTo>
                <a:cubicBezTo>
                  <a:pt x="10029" y="1494"/>
                  <a:pt x="8907" y="956"/>
                  <a:pt x="7718" y="760"/>
                </a:cubicBezTo>
                <a:lnTo>
                  <a:pt x="7718" y="276"/>
                </a:lnTo>
                <a:cubicBezTo>
                  <a:pt x="7718" y="126"/>
                  <a:pt x="7592" y="0"/>
                  <a:pt x="744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83" name="Google Shape;1383;p58"/>
          <p:cNvGrpSpPr/>
          <p:nvPr/>
        </p:nvGrpSpPr>
        <p:grpSpPr>
          <a:xfrm>
            <a:off x="7340088" y="1297138"/>
            <a:ext cx="339200" cy="338875"/>
            <a:chOff x="4016825" y="3801400"/>
            <a:chExt cx="339200" cy="338875"/>
          </a:xfrm>
        </p:grpSpPr>
        <p:sp>
          <p:nvSpPr>
            <p:cNvPr id="1384" name="Google Shape;1384;p58"/>
            <p:cNvSpPr/>
            <p:nvPr/>
          </p:nvSpPr>
          <p:spPr>
            <a:xfrm>
              <a:off x="4016825" y="3801400"/>
              <a:ext cx="339200" cy="338875"/>
            </a:xfrm>
            <a:custGeom>
              <a:avLst/>
              <a:gdLst/>
              <a:ahLst/>
              <a:cxnLst/>
              <a:rect l="l" t="t" r="r" b="b"/>
              <a:pathLst>
                <a:path w="13568" h="13555" extrusionOk="0">
                  <a:moveTo>
                    <a:pt x="10125" y="525"/>
                  </a:moveTo>
                  <a:lnTo>
                    <a:pt x="10125" y="4233"/>
                  </a:lnTo>
                  <a:lnTo>
                    <a:pt x="8767" y="4233"/>
                  </a:lnTo>
                  <a:cubicBezTo>
                    <a:pt x="8701" y="4233"/>
                    <a:pt x="8645" y="4259"/>
                    <a:pt x="8588" y="4316"/>
                  </a:cubicBezTo>
                  <a:lnTo>
                    <a:pt x="8133" y="4771"/>
                  </a:lnTo>
                  <a:lnTo>
                    <a:pt x="7675" y="4316"/>
                  </a:lnTo>
                  <a:cubicBezTo>
                    <a:pt x="7635" y="4259"/>
                    <a:pt x="7566" y="4233"/>
                    <a:pt x="7496" y="4233"/>
                  </a:cubicBezTo>
                  <a:lnTo>
                    <a:pt x="6155" y="4233"/>
                  </a:lnTo>
                  <a:lnTo>
                    <a:pt x="6155" y="525"/>
                  </a:lnTo>
                  <a:close/>
                  <a:moveTo>
                    <a:pt x="11453" y="4024"/>
                  </a:moveTo>
                  <a:lnTo>
                    <a:pt x="11453" y="10650"/>
                  </a:lnTo>
                  <a:lnTo>
                    <a:pt x="2128" y="10650"/>
                  </a:lnTo>
                  <a:lnTo>
                    <a:pt x="2128" y="4024"/>
                  </a:lnTo>
                  <a:lnTo>
                    <a:pt x="5614" y="4024"/>
                  </a:lnTo>
                  <a:lnTo>
                    <a:pt x="5614" y="4233"/>
                  </a:lnTo>
                  <a:cubicBezTo>
                    <a:pt x="5614" y="4522"/>
                    <a:pt x="5850" y="4771"/>
                    <a:pt x="6155" y="4771"/>
                  </a:cubicBezTo>
                  <a:lnTo>
                    <a:pt x="7386" y="4771"/>
                  </a:lnTo>
                  <a:lnTo>
                    <a:pt x="7758" y="5146"/>
                  </a:lnTo>
                  <a:cubicBezTo>
                    <a:pt x="7855" y="5242"/>
                    <a:pt x="7994" y="5298"/>
                    <a:pt x="8133" y="5298"/>
                  </a:cubicBezTo>
                  <a:cubicBezTo>
                    <a:pt x="8270" y="5298"/>
                    <a:pt x="8409" y="5242"/>
                    <a:pt x="8505" y="5146"/>
                  </a:cubicBezTo>
                  <a:lnTo>
                    <a:pt x="8880" y="4771"/>
                  </a:lnTo>
                  <a:lnTo>
                    <a:pt x="10125" y="4771"/>
                  </a:lnTo>
                  <a:cubicBezTo>
                    <a:pt x="10414" y="4771"/>
                    <a:pt x="10650" y="4522"/>
                    <a:pt x="10650" y="4233"/>
                  </a:cubicBezTo>
                  <a:lnTo>
                    <a:pt x="10650" y="4024"/>
                  </a:lnTo>
                  <a:close/>
                  <a:moveTo>
                    <a:pt x="12240" y="2961"/>
                  </a:moveTo>
                  <a:cubicBezTo>
                    <a:pt x="12392" y="2961"/>
                    <a:pt x="12502" y="3084"/>
                    <a:pt x="12502" y="3224"/>
                  </a:cubicBezTo>
                  <a:lnTo>
                    <a:pt x="12502" y="11702"/>
                  </a:lnTo>
                  <a:lnTo>
                    <a:pt x="8369" y="11702"/>
                  </a:lnTo>
                  <a:cubicBezTo>
                    <a:pt x="8230" y="11702"/>
                    <a:pt x="8104" y="11825"/>
                    <a:pt x="8104" y="11964"/>
                  </a:cubicBezTo>
                  <a:lnTo>
                    <a:pt x="5464" y="11964"/>
                  </a:lnTo>
                  <a:cubicBezTo>
                    <a:pt x="5464" y="11825"/>
                    <a:pt x="5338" y="11702"/>
                    <a:pt x="5199" y="11702"/>
                  </a:cubicBezTo>
                  <a:lnTo>
                    <a:pt x="1066" y="11702"/>
                  </a:lnTo>
                  <a:lnTo>
                    <a:pt x="1066" y="3224"/>
                  </a:lnTo>
                  <a:cubicBezTo>
                    <a:pt x="1066" y="3084"/>
                    <a:pt x="1176" y="2961"/>
                    <a:pt x="1328" y="2961"/>
                  </a:cubicBezTo>
                  <a:lnTo>
                    <a:pt x="5614" y="2961"/>
                  </a:lnTo>
                  <a:lnTo>
                    <a:pt x="5614" y="3499"/>
                  </a:lnTo>
                  <a:lnTo>
                    <a:pt x="1853" y="3499"/>
                  </a:lnTo>
                  <a:cubicBezTo>
                    <a:pt x="1713" y="3499"/>
                    <a:pt x="1590" y="3609"/>
                    <a:pt x="1590" y="3761"/>
                  </a:cubicBezTo>
                  <a:lnTo>
                    <a:pt x="1590" y="10912"/>
                  </a:lnTo>
                  <a:cubicBezTo>
                    <a:pt x="1590" y="11051"/>
                    <a:pt x="1713" y="11177"/>
                    <a:pt x="1853" y="11177"/>
                  </a:cubicBezTo>
                  <a:lnTo>
                    <a:pt x="11715" y="11177"/>
                  </a:lnTo>
                  <a:cubicBezTo>
                    <a:pt x="11855" y="11177"/>
                    <a:pt x="11977" y="11051"/>
                    <a:pt x="11977" y="10912"/>
                  </a:cubicBezTo>
                  <a:lnTo>
                    <a:pt x="11977" y="3761"/>
                  </a:lnTo>
                  <a:cubicBezTo>
                    <a:pt x="11977" y="3609"/>
                    <a:pt x="11855" y="3499"/>
                    <a:pt x="11715" y="3499"/>
                  </a:cubicBezTo>
                  <a:lnTo>
                    <a:pt x="10650" y="3499"/>
                  </a:lnTo>
                  <a:lnTo>
                    <a:pt x="10650" y="2961"/>
                  </a:lnTo>
                  <a:close/>
                  <a:moveTo>
                    <a:pt x="13030" y="12240"/>
                  </a:moveTo>
                  <a:lnTo>
                    <a:pt x="13030" y="12767"/>
                  </a:lnTo>
                  <a:cubicBezTo>
                    <a:pt x="13030" y="12904"/>
                    <a:pt x="12917" y="13030"/>
                    <a:pt x="12768" y="13030"/>
                  </a:cubicBezTo>
                  <a:lnTo>
                    <a:pt x="800" y="13030"/>
                  </a:lnTo>
                  <a:cubicBezTo>
                    <a:pt x="651" y="13030"/>
                    <a:pt x="538" y="12904"/>
                    <a:pt x="538" y="12767"/>
                  </a:cubicBezTo>
                  <a:lnTo>
                    <a:pt x="538" y="12240"/>
                  </a:lnTo>
                  <a:lnTo>
                    <a:pt x="5006" y="12240"/>
                  </a:lnTo>
                  <a:cubicBezTo>
                    <a:pt x="5089" y="12392"/>
                    <a:pt x="5269" y="12505"/>
                    <a:pt x="5464" y="12505"/>
                  </a:cubicBezTo>
                  <a:lnTo>
                    <a:pt x="8104" y="12505"/>
                  </a:lnTo>
                  <a:cubicBezTo>
                    <a:pt x="8299" y="12505"/>
                    <a:pt x="8479" y="12392"/>
                    <a:pt x="8562" y="12240"/>
                  </a:cubicBezTo>
                  <a:close/>
                  <a:moveTo>
                    <a:pt x="6155" y="0"/>
                  </a:moveTo>
                  <a:cubicBezTo>
                    <a:pt x="5850" y="0"/>
                    <a:pt x="5614" y="236"/>
                    <a:pt x="5614" y="525"/>
                  </a:cubicBezTo>
                  <a:lnTo>
                    <a:pt x="5614" y="2434"/>
                  </a:lnTo>
                  <a:lnTo>
                    <a:pt x="1328" y="2434"/>
                  </a:lnTo>
                  <a:cubicBezTo>
                    <a:pt x="883" y="2434"/>
                    <a:pt x="538" y="2795"/>
                    <a:pt x="538" y="3224"/>
                  </a:cubicBezTo>
                  <a:lnTo>
                    <a:pt x="538" y="11702"/>
                  </a:lnTo>
                  <a:lnTo>
                    <a:pt x="263" y="11702"/>
                  </a:lnTo>
                  <a:cubicBezTo>
                    <a:pt x="123" y="11702"/>
                    <a:pt x="0" y="11825"/>
                    <a:pt x="0" y="11964"/>
                  </a:cubicBezTo>
                  <a:lnTo>
                    <a:pt x="0" y="12767"/>
                  </a:lnTo>
                  <a:cubicBezTo>
                    <a:pt x="0" y="13209"/>
                    <a:pt x="359" y="13554"/>
                    <a:pt x="800" y="13554"/>
                  </a:cubicBezTo>
                  <a:lnTo>
                    <a:pt x="12768" y="13554"/>
                  </a:lnTo>
                  <a:cubicBezTo>
                    <a:pt x="13209" y="13554"/>
                    <a:pt x="13568" y="13209"/>
                    <a:pt x="13568" y="12767"/>
                  </a:cubicBezTo>
                  <a:lnTo>
                    <a:pt x="13568" y="11964"/>
                  </a:lnTo>
                  <a:cubicBezTo>
                    <a:pt x="13568" y="11825"/>
                    <a:pt x="13445" y="11702"/>
                    <a:pt x="13305" y="11702"/>
                  </a:cubicBezTo>
                  <a:lnTo>
                    <a:pt x="13030" y="11702"/>
                  </a:lnTo>
                  <a:lnTo>
                    <a:pt x="13030" y="3224"/>
                  </a:lnTo>
                  <a:cubicBezTo>
                    <a:pt x="13030" y="2795"/>
                    <a:pt x="12685" y="2434"/>
                    <a:pt x="12240" y="2434"/>
                  </a:cubicBezTo>
                  <a:lnTo>
                    <a:pt x="10650" y="2434"/>
                  </a:lnTo>
                  <a:lnTo>
                    <a:pt x="10650" y="525"/>
                  </a:lnTo>
                  <a:cubicBezTo>
                    <a:pt x="10650" y="236"/>
                    <a:pt x="10414" y="0"/>
                    <a:pt x="101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Google Shape;1385;p58"/>
            <p:cNvSpPr/>
            <p:nvPr/>
          </p:nvSpPr>
          <p:spPr>
            <a:xfrm>
              <a:off x="4186625" y="3828025"/>
              <a:ext cx="67000" cy="66150"/>
            </a:xfrm>
            <a:custGeom>
              <a:avLst/>
              <a:gdLst/>
              <a:ahLst/>
              <a:cxnLst/>
              <a:rect l="l" t="t" r="r" b="b"/>
              <a:pathLst>
                <a:path w="2680" h="2646" extrusionOk="0">
                  <a:moveTo>
                    <a:pt x="1617" y="525"/>
                  </a:moveTo>
                  <a:cubicBezTo>
                    <a:pt x="1909" y="525"/>
                    <a:pt x="2141" y="761"/>
                    <a:pt x="2141" y="1067"/>
                  </a:cubicBezTo>
                  <a:cubicBezTo>
                    <a:pt x="2128" y="1412"/>
                    <a:pt x="1869" y="1584"/>
                    <a:pt x="1610" y="1584"/>
                  </a:cubicBezTo>
                  <a:cubicBezTo>
                    <a:pt x="1351" y="1584"/>
                    <a:pt x="1092" y="1412"/>
                    <a:pt x="1079" y="1067"/>
                  </a:cubicBezTo>
                  <a:cubicBezTo>
                    <a:pt x="1079" y="761"/>
                    <a:pt x="1312" y="525"/>
                    <a:pt x="1617" y="525"/>
                  </a:cubicBezTo>
                  <a:close/>
                  <a:moveTo>
                    <a:pt x="1600" y="1"/>
                  </a:moveTo>
                  <a:cubicBezTo>
                    <a:pt x="793" y="1"/>
                    <a:pt x="279" y="919"/>
                    <a:pt x="704" y="1604"/>
                  </a:cubicBezTo>
                  <a:lnTo>
                    <a:pt x="97" y="2199"/>
                  </a:lnTo>
                  <a:cubicBezTo>
                    <a:pt x="0" y="2295"/>
                    <a:pt x="0" y="2461"/>
                    <a:pt x="97" y="2574"/>
                  </a:cubicBezTo>
                  <a:cubicBezTo>
                    <a:pt x="151" y="2622"/>
                    <a:pt x="220" y="2646"/>
                    <a:pt x="287" y="2646"/>
                  </a:cubicBezTo>
                  <a:cubicBezTo>
                    <a:pt x="355" y="2646"/>
                    <a:pt x="420" y="2622"/>
                    <a:pt x="468" y="2574"/>
                  </a:cubicBezTo>
                  <a:lnTo>
                    <a:pt x="1079" y="1979"/>
                  </a:lnTo>
                  <a:cubicBezTo>
                    <a:pt x="1242" y="2079"/>
                    <a:pt x="1420" y="2125"/>
                    <a:pt x="1595" y="2125"/>
                  </a:cubicBezTo>
                  <a:cubicBezTo>
                    <a:pt x="2148" y="2125"/>
                    <a:pt x="2679" y="1674"/>
                    <a:pt x="2669" y="1067"/>
                  </a:cubicBezTo>
                  <a:cubicBezTo>
                    <a:pt x="2669" y="469"/>
                    <a:pt x="2198" y="1"/>
                    <a:pt x="1617" y="1"/>
                  </a:cubicBezTo>
                  <a:cubicBezTo>
                    <a:pt x="1611" y="1"/>
                    <a:pt x="1605" y="1"/>
                    <a:pt x="16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58"/>
            <p:cNvSpPr/>
            <p:nvPr/>
          </p:nvSpPr>
          <p:spPr>
            <a:xfrm>
              <a:off x="4083225" y="3928100"/>
              <a:ext cx="119275" cy="126100"/>
            </a:xfrm>
            <a:custGeom>
              <a:avLst/>
              <a:gdLst/>
              <a:ahLst/>
              <a:cxnLst/>
              <a:rect l="l" t="t" r="r" b="b"/>
              <a:pathLst>
                <a:path w="4771" h="5044" extrusionOk="0">
                  <a:moveTo>
                    <a:pt x="2390" y="541"/>
                  </a:moveTo>
                  <a:cubicBezTo>
                    <a:pt x="3188" y="541"/>
                    <a:pt x="3984" y="672"/>
                    <a:pt x="4233" y="934"/>
                  </a:cubicBezTo>
                  <a:cubicBezTo>
                    <a:pt x="3977" y="1190"/>
                    <a:pt x="3178" y="1318"/>
                    <a:pt x="2380" y="1318"/>
                  </a:cubicBezTo>
                  <a:cubicBezTo>
                    <a:pt x="1583" y="1318"/>
                    <a:pt x="787" y="1190"/>
                    <a:pt x="538" y="934"/>
                  </a:cubicBezTo>
                  <a:cubicBezTo>
                    <a:pt x="793" y="672"/>
                    <a:pt x="1593" y="541"/>
                    <a:pt x="2390" y="541"/>
                  </a:cubicBezTo>
                  <a:close/>
                  <a:moveTo>
                    <a:pt x="4233" y="1545"/>
                  </a:moveTo>
                  <a:lnTo>
                    <a:pt x="4233" y="1986"/>
                  </a:lnTo>
                  <a:cubicBezTo>
                    <a:pt x="3997" y="2249"/>
                    <a:pt x="3188" y="2380"/>
                    <a:pt x="2379" y="2380"/>
                  </a:cubicBezTo>
                  <a:cubicBezTo>
                    <a:pt x="1569" y="2380"/>
                    <a:pt x="760" y="2249"/>
                    <a:pt x="525" y="1986"/>
                  </a:cubicBezTo>
                  <a:lnTo>
                    <a:pt x="525" y="1545"/>
                  </a:lnTo>
                  <a:cubicBezTo>
                    <a:pt x="1057" y="1759"/>
                    <a:pt x="1721" y="1866"/>
                    <a:pt x="2384" y="1866"/>
                  </a:cubicBezTo>
                  <a:cubicBezTo>
                    <a:pt x="3046" y="1866"/>
                    <a:pt x="3706" y="1759"/>
                    <a:pt x="4233" y="1545"/>
                  </a:cubicBezTo>
                  <a:close/>
                  <a:moveTo>
                    <a:pt x="4233" y="2607"/>
                  </a:moveTo>
                  <a:lnTo>
                    <a:pt x="4233" y="3039"/>
                  </a:lnTo>
                  <a:cubicBezTo>
                    <a:pt x="3997" y="3308"/>
                    <a:pt x="3188" y="3442"/>
                    <a:pt x="2379" y="3442"/>
                  </a:cubicBezTo>
                  <a:cubicBezTo>
                    <a:pt x="1569" y="3442"/>
                    <a:pt x="760" y="3308"/>
                    <a:pt x="525" y="3039"/>
                  </a:cubicBezTo>
                  <a:lnTo>
                    <a:pt x="525" y="2607"/>
                  </a:lnTo>
                  <a:cubicBezTo>
                    <a:pt x="1057" y="2815"/>
                    <a:pt x="1721" y="2918"/>
                    <a:pt x="2384" y="2918"/>
                  </a:cubicBezTo>
                  <a:cubicBezTo>
                    <a:pt x="3046" y="2918"/>
                    <a:pt x="3706" y="2815"/>
                    <a:pt x="4233" y="2607"/>
                  </a:cubicBezTo>
                  <a:close/>
                  <a:moveTo>
                    <a:pt x="4233" y="3673"/>
                  </a:moveTo>
                  <a:lnTo>
                    <a:pt x="4233" y="4101"/>
                  </a:lnTo>
                  <a:cubicBezTo>
                    <a:pt x="4163" y="4214"/>
                    <a:pt x="3539" y="4503"/>
                    <a:pt x="2377" y="4503"/>
                  </a:cubicBezTo>
                  <a:cubicBezTo>
                    <a:pt x="1215" y="4503"/>
                    <a:pt x="594" y="4214"/>
                    <a:pt x="525" y="4101"/>
                  </a:cubicBezTo>
                  <a:lnTo>
                    <a:pt x="525" y="3673"/>
                  </a:lnTo>
                  <a:cubicBezTo>
                    <a:pt x="1057" y="3880"/>
                    <a:pt x="1721" y="3984"/>
                    <a:pt x="2384" y="3984"/>
                  </a:cubicBezTo>
                  <a:cubicBezTo>
                    <a:pt x="3046" y="3984"/>
                    <a:pt x="3706" y="3880"/>
                    <a:pt x="4233" y="3673"/>
                  </a:cubicBezTo>
                  <a:close/>
                  <a:moveTo>
                    <a:pt x="2380" y="1"/>
                  </a:moveTo>
                  <a:cubicBezTo>
                    <a:pt x="1189" y="1"/>
                    <a:pt x="0" y="312"/>
                    <a:pt x="0" y="934"/>
                  </a:cubicBezTo>
                  <a:lnTo>
                    <a:pt x="0" y="4101"/>
                  </a:lnTo>
                  <a:cubicBezTo>
                    <a:pt x="0" y="4835"/>
                    <a:pt x="1494" y="5044"/>
                    <a:pt x="2377" y="5044"/>
                  </a:cubicBezTo>
                  <a:cubicBezTo>
                    <a:pt x="3263" y="5044"/>
                    <a:pt x="4770" y="4835"/>
                    <a:pt x="4770" y="4101"/>
                  </a:cubicBezTo>
                  <a:lnTo>
                    <a:pt x="4770" y="934"/>
                  </a:lnTo>
                  <a:cubicBezTo>
                    <a:pt x="4764" y="312"/>
                    <a:pt x="3571" y="1"/>
                    <a:pt x="23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58"/>
            <p:cNvSpPr/>
            <p:nvPr/>
          </p:nvSpPr>
          <p:spPr>
            <a:xfrm>
              <a:off x="4216325" y="4024400"/>
              <a:ext cx="67425" cy="13200"/>
            </a:xfrm>
            <a:custGeom>
              <a:avLst/>
              <a:gdLst/>
              <a:ahLst/>
              <a:cxnLst/>
              <a:rect l="l" t="t" r="r" b="b"/>
              <a:pathLst>
                <a:path w="2697" h="528" extrusionOk="0">
                  <a:moveTo>
                    <a:pt x="346" y="0"/>
                  </a:moveTo>
                  <a:cubicBezTo>
                    <a:pt x="1" y="17"/>
                    <a:pt x="1" y="528"/>
                    <a:pt x="346" y="528"/>
                  </a:cubicBezTo>
                  <a:lnTo>
                    <a:pt x="2407" y="528"/>
                  </a:lnTo>
                  <a:cubicBezTo>
                    <a:pt x="2530" y="528"/>
                    <a:pt x="2656" y="445"/>
                    <a:pt x="2670" y="305"/>
                  </a:cubicBezTo>
                  <a:cubicBezTo>
                    <a:pt x="2696" y="140"/>
                    <a:pt x="2573" y="0"/>
                    <a:pt x="24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58"/>
            <p:cNvSpPr/>
            <p:nvPr/>
          </p:nvSpPr>
          <p:spPr>
            <a:xfrm>
              <a:off x="4216325" y="3998175"/>
              <a:ext cx="67425" cy="13125"/>
            </a:xfrm>
            <a:custGeom>
              <a:avLst/>
              <a:gdLst/>
              <a:ahLst/>
              <a:cxnLst/>
              <a:rect l="l" t="t" r="r" b="b"/>
              <a:pathLst>
                <a:path w="2697" h="525" extrusionOk="0">
                  <a:moveTo>
                    <a:pt x="346" y="0"/>
                  </a:moveTo>
                  <a:cubicBezTo>
                    <a:pt x="1" y="0"/>
                    <a:pt x="1" y="511"/>
                    <a:pt x="346" y="525"/>
                  </a:cubicBezTo>
                  <a:lnTo>
                    <a:pt x="2407" y="525"/>
                  </a:lnTo>
                  <a:cubicBezTo>
                    <a:pt x="2530" y="525"/>
                    <a:pt x="2656" y="428"/>
                    <a:pt x="2670" y="302"/>
                  </a:cubicBezTo>
                  <a:cubicBezTo>
                    <a:pt x="2696" y="136"/>
                    <a:pt x="2573" y="0"/>
                    <a:pt x="24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58"/>
            <p:cNvSpPr/>
            <p:nvPr/>
          </p:nvSpPr>
          <p:spPr>
            <a:xfrm>
              <a:off x="4216325" y="3971525"/>
              <a:ext cx="67425" cy="13125"/>
            </a:xfrm>
            <a:custGeom>
              <a:avLst/>
              <a:gdLst/>
              <a:ahLst/>
              <a:cxnLst/>
              <a:rect l="l" t="t" r="r" b="b"/>
              <a:pathLst>
                <a:path w="2697" h="525" extrusionOk="0">
                  <a:moveTo>
                    <a:pt x="346" y="1"/>
                  </a:moveTo>
                  <a:cubicBezTo>
                    <a:pt x="1" y="14"/>
                    <a:pt x="1" y="512"/>
                    <a:pt x="346" y="525"/>
                  </a:cubicBezTo>
                  <a:lnTo>
                    <a:pt x="2407" y="525"/>
                  </a:lnTo>
                  <a:cubicBezTo>
                    <a:pt x="2530" y="525"/>
                    <a:pt x="2656" y="429"/>
                    <a:pt x="2670" y="306"/>
                  </a:cubicBezTo>
                  <a:cubicBezTo>
                    <a:pt x="2696" y="140"/>
                    <a:pt x="2573" y="1"/>
                    <a:pt x="24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58"/>
            <p:cNvSpPr/>
            <p:nvPr/>
          </p:nvSpPr>
          <p:spPr>
            <a:xfrm>
              <a:off x="4216325" y="3944875"/>
              <a:ext cx="67425" cy="13575"/>
            </a:xfrm>
            <a:custGeom>
              <a:avLst/>
              <a:gdLst/>
              <a:ahLst/>
              <a:cxnLst/>
              <a:rect l="l" t="t" r="r" b="b"/>
              <a:pathLst>
                <a:path w="2697" h="543" extrusionOk="0">
                  <a:moveTo>
                    <a:pt x="346" y="1"/>
                  </a:moveTo>
                  <a:cubicBezTo>
                    <a:pt x="1" y="14"/>
                    <a:pt x="1" y="525"/>
                    <a:pt x="346" y="542"/>
                  </a:cubicBezTo>
                  <a:lnTo>
                    <a:pt x="2407" y="542"/>
                  </a:lnTo>
                  <a:cubicBezTo>
                    <a:pt x="2530" y="542"/>
                    <a:pt x="2656" y="442"/>
                    <a:pt x="2670" y="306"/>
                  </a:cubicBezTo>
                  <a:cubicBezTo>
                    <a:pt x="2696" y="154"/>
                    <a:pt x="2573" y="1"/>
                    <a:pt x="24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4" name="Google Shape;1394;p58"/>
          <p:cNvGrpSpPr/>
          <p:nvPr/>
        </p:nvGrpSpPr>
        <p:grpSpPr>
          <a:xfrm>
            <a:off x="1449813" y="3153063"/>
            <a:ext cx="338975" cy="338725"/>
            <a:chOff x="2528475" y="3801550"/>
            <a:chExt cx="338975" cy="338725"/>
          </a:xfrm>
        </p:grpSpPr>
        <p:sp>
          <p:nvSpPr>
            <p:cNvPr id="1395" name="Google Shape;1395;p58"/>
            <p:cNvSpPr/>
            <p:nvPr/>
          </p:nvSpPr>
          <p:spPr>
            <a:xfrm>
              <a:off x="2528475" y="3801550"/>
              <a:ext cx="338975" cy="338725"/>
            </a:xfrm>
            <a:custGeom>
              <a:avLst/>
              <a:gdLst/>
              <a:ahLst/>
              <a:cxnLst/>
              <a:rect l="l" t="t" r="r" b="b"/>
              <a:pathLst>
                <a:path w="13559" h="13549" extrusionOk="0">
                  <a:moveTo>
                    <a:pt x="9575" y="506"/>
                  </a:moveTo>
                  <a:cubicBezTo>
                    <a:pt x="10308" y="506"/>
                    <a:pt x="10902" y="1100"/>
                    <a:pt x="10902" y="1833"/>
                  </a:cubicBezTo>
                  <a:cubicBezTo>
                    <a:pt x="10902" y="2511"/>
                    <a:pt x="10099" y="3453"/>
                    <a:pt x="9575" y="4034"/>
                  </a:cubicBezTo>
                  <a:cubicBezTo>
                    <a:pt x="9063" y="3453"/>
                    <a:pt x="8260" y="2511"/>
                    <a:pt x="8260" y="1833"/>
                  </a:cubicBezTo>
                  <a:cubicBezTo>
                    <a:pt x="8260" y="1100"/>
                    <a:pt x="8854" y="506"/>
                    <a:pt x="9575" y="506"/>
                  </a:cubicBezTo>
                  <a:close/>
                  <a:moveTo>
                    <a:pt x="7845" y="2428"/>
                  </a:moveTo>
                  <a:cubicBezTo>
                    <a:pt x="7902" y="2594"/>
                    <a:pt x="7998" y="2773"/>
                    <a:pt x="8094" y="2955"/>
                  </a:cubicBezTo>
                  <a:lnTo>
                    <a:pt x="1329" y="2955"/>
                  </a:lnTo>
                  <a:cubicBezTo>
                    <a:pt x="1179" y="2955"/>
                    <a:pt x="1067" y="3065"/>
                    <a:pt x="1067" y="3218"/>
                  </a:cubicBezTo>
                  <a:lnTo>
                    <a:pt x="1067" y="9844"/>
                  </a:lnTo>
                  <a:lnTo>
                    <a:pt x="529" y="9844"/>
                  </a:lnTo>
                  <a:lnTo>
                    <a:pt x="529" y="2690"/>
                  </a:lnTo>
                  <a:cubicBezTo>
                    <a:pt x="529" y="2540"/>
                    <a:pt x="652" y="2428"/>
                    <a:pt x="791" y="2428"/>
                  </a:cubicBezTo>
                  <a:close/>
                  <a:moveTo>
                    <a:pt x="11981" y="3480"/>
                  </a:moveTo>
                  <a:lnTo>
                    <a:pt x="11981" y="9844"/>
                  </a:lnTo>
                  <a:lnTo>
                    <a:pt x="1594" y="9844"/>
                  </a:lnTo>
                  <a:lnTo>
                    <a:pt x="1594" y="3480"/>
                  </a:lnTo>
                  <a:lnTo>
                    <a:pt x="8439" y="3480"/>
                  </a:lnTo>
                  <a:cubicBezTo>
                    <a:pt x="8702" y="3838"/>
                    <a:pt x="8980" y="4170"/>
                    <a:pt x="9229" y="4433"/>
                  </a:cubicBezTo>
                  <a:lnTo>
                    <a:pt x="8038" y="5624"/>
                  </a:lnTo>
                  <a:lnTo>
                    <a:pt x="7194" y="4781"/>
                  </a:lnTo>
                  <a:cubicBezTo>
                    <a:pt x="7146" y="4731"/>
                    <a:pt x="7077" y="4707"/>
                    <a:pt x="7009" y="4707"/>
                  </a:cubicBezTo>
                  <a:cubicBezTo>
                    <a:pt x="6940" y="4707"/>
                    <a:pt x="6871" y="4731"/>
                    <a:pt x="6823" y="4781"/>
                  </a:cubicBezTo>
                  <a:lnTo>
                    <a:pt x="5063" y="6551"/>
                  </a:lnTo>
                  <a:lnTo>
                    <a:pt x="4220" y="5694"/>
                  </a:lnTo>
                  <a:cubicBezTo>
                    <a:pt x="4165" y="5644"/>
                    <a:pt x="4096" y="5619"/>
                    <a:pt x="4029" y="5619"/>
                  </a:cubicBezTo>
                  <a:cubicBezTo>
                    <a:pt x="3962" y="5619"/>
                    <a:pt x="3896" y="5644"/>
                    <a:pt x="3848" y="5694"/>
                  </a:cubicBezTo>
                  <a:lnTo>
                    <a:pt x="2643" y="6883"/>
                  </a:lnTo>
                  <a:lnTo>
                    <a:pt x="2643" y="4283"/>
                  </a:lnTo>
                  <a:cubicBezTo>
                    <a:pt x="2643" y="4157"/>
                    <a:pt x="2560" y="4034"/>
                    <a:pt x="2424" y="4018"/>
                  </a:cubicBezTo>
                  <a:cubicBezTo>
                    <a:pt x="2409" y="4015"/>
                    <a:pt x="2395" y="4014"/>
                    <a:pt x="2380" y="4014"/>
                  </a:cubicBezTo>
                  <a:cubicBezTo>
                    <a:pt x="2234" y="4014"/>
                    <a:pt x="2119" y="4132"/>
                    <a:pt x="2119" y="4283"/>
                  </a:cubicBezTo>
                  <a:lnTo>
                    <a:pt x="2119" y="9040"/>
                  </a:lnTo>
                  <a:cubicBezTo>
                    <a:pt x="2119" y="9193"/>
                    <a:pt x="2242" y="9302"/>
                    <a:pt x="2381" y="9302"/>
                  </a:cubicBezTo>
                  <a:lnTo>
                    <a:pt x="11178" y="9302"/>
                  </a:lnTo>
                  <a:cubicBezTo>
                    <a:pt x="11556" y="9290"/>
                    <a:pt x="11525" y="8777"/>
                    <a:pt x="11153" y="8777"/>
                  </a:cubicBezTo>
                  <a:cubicBezTo>
                    <a:pt x="11143" y="8777"/>
                    <a:pt x="11132" y="8777"/>
                    <a:pt x="11122" y="8778"/>
                  </a:cubicBezTo>
                  <a:lnTo>
                    <a:pt x="11122" y="8529"/>
                  </a:lnTo>
                  <a:cubicBezTo>
                    <a:pt x="11122" y="8390"/>
                    <a:pt x="11025" y="8267"/>
                    <a:pt x="10902" y="8250"/>
                  </a:cubicBezTo>
                  <a:cubicBezTo>
                    <a:pt x="10888" y="8248"/>
                    <a:pt x="10873" y="8247"/>
                    <a:pt x="10858" y="8247"/>
                  </a:cubicBezTo>
                  <a:cubicBezTo>
                    <a:pt x="10713" y="8247"/>
                    <a:pt x="10597" y="8365"/>
                    <a:pt x="10597" y="8516"/>
                  </a:cubicBezTo>
                  <a:lnTo>
                    <a:pt x="10597" y="8778"/>
                  </a:lnTo>
                  <a:lnTo>
                    <a:pt x="9907" y="8778"/>
                  </a:lnTo>
                  <a:lnTo>
                    <a:pt x="9907" y="8529"/>
                  </a:lnTo>
                  <a:cubicBezTo>
                    <a:pt x="9907" y="8390"/>
                    <a:pt x="9810" y="8267"/>
                    <a:pt x="9684" y="8250"/>
                  </a:cubicBezTo>
                  <a:cubicBezTo>
                    <a:pt x="9669" y="8248"/>
                    <a:pt x="9655" y="8247"/>
                    <a:pt x="9640" y="8247"/>
                  </a:cubicBezTo>
                  <a:cubicBezTo>
                    <a:pt x="9494" y="8247"/>
                    <a:pt x="9379" y="8365"/>
                    <a:pt x="9379" y="8516"/>
                  </a:cubicBezTo>
                  <a:lnTo>
                    <a:pt x="9379" y="8778"/>
                  </a:lnTo>
                  <a:lnTo>
                    <a:pt x="8688" y="8778"/>
                  </a:lnTo>
                  <a:lnTo>
                    <a:pt x="8688" y="8529"/>
                  </a:lnTo>
                  <a:cubicBezTo>
                    <a:pt x="8688" y="8390"/>
                    <a:pt x="8592" y="8267"/>
                    <a:pt x="8466" y="8250"/>
                  </a:cubicBezTo>
                  <a:cubicBezTo>
                    <a:pt x="8451" y="8248"/>
                    <a:pt x="8436" y="8247"/>
                    <a:pt x="8422" y="8247"/>
                  </a:cubicBezTo>
                  <a:cubicBezTo>
                    <a:pt x="8277" y="8247"/>
                    <a:pt x="8164" y="8365"/>
                    <a:pt x="8164" y="8516"/>
                  </a:cubicBezTo>
                  <a:lnTo>
                    <a:pt x="8164" y="8778"/>
                  </a:lnTo>
                  <a:lnTo>
                    <a:pt x="7470" y="8778"/>
                  </a:lnTo>
                  <a:lnTo>
                    <a:pt x="7470" y="8529"/>
                  </a:lnTo>
                  <a:cubicBezTo>
                    <a:pt x="7470" y="8390"/>
                    <a:pt x="7374" y="8267"/>
                    <a:pt x="7251" y="8250"/>
                  </a:cubicBezTo>
                  <a:cubicBezTo>
                    <a:pt x="7236" y="8248"/>
                    <a:pt x="7221" y="8247"/>
                    <a:pt x="7207" y="8247"/>
                  </a:cubicBezTo>
                  <a:cubicBezTo>
                    <a:pt x="7061" y="8247"/>
                    <a:pt x="6946" y="8365"/>
                    <a:pt x="6946" y="8516"/>
                  </a:cubicBezTo>
                  <a:lnTo>
                    <a:pt x="6946" y="8778"/>
                  </a:lnTo>
                  <a:lnTo>
                    <a:pt x="6282" y="8778"/>
                  </a:lnTo>
                  <a:lnTo>
                    <a:pt x="6282" y="8529"/>
                  </a:lnTo>
                  <a:cubicBezTo>
                    <a:pt x="6282" y="8390"/>
                    <a:pt x="6185" y="8267"/>
                    <a:pt x="6059" y="8250"/>
                  </a:cubicBezTo>
                  <a:cubicBezTo>
                    <a:pt x="6044" y="8248"/>
                    <a:pt x="6030" y="8247"/>
                    <a:pt x="6015" y="8247"/>
                  </a:cubicBezTo>
                  <a:cubicBezTo>
                    <a:pt x="5870" y="8247"/>
                    <a:pt x="5757" y="8365"/>
                    <a:pt x="5757" y="8516"/>
                  </a:cubicBezTo>
                  <a:lnTo>
                    <a:pt x="5757" y="8778"/>
                  </a:lnTo>
                  <a:lnTo>
                    <a:pt x="5063" y="8778"/>
                  </a:lnTo>
                  <a:lnTo>
                    <a:pt x="5063" y="8529"/>
                  </a:lnTo>
                  <a:cubicBezTo>
                    <a:pt x="5063" y="8390"/>
                    <a:pt x="4967" y="8267"/>
                    <a:pt x="4831" y="8250"/>
                  </a:cubicBezTo>
                  <a:cubicBezTo>
                    <a:pt x="4817" y="8248"/>
                    <a:pt x="4803" y="8247"/>
                    <a:pt x="4790" y="8247"/>
                  </a:cubicBezTo>
                  <a:cubicBezTo>
                    <a:pt x="4652" y="8247"/>
                    <a:pt x="4526" y="8365"/>
                    <a:pt x="4526" y="8516"/>
                  </a:cubicBezTo>
                  <a:lnTo>
                    <a:pt x="4526" y="8778"/>
                  </a:lnTo>
                  <a:lnTo>
                    <a:pt x="3848" y="8778"/>
                  </a:lnTo>
                  <a:lnTo>
                    <a:pt x="3848" y="8529"/>
                  </a:lnTo>
                  <a:cubicBezTo>
                    <a:pt x="3848" y="8390"/>
                    <a:pt x="3752" y="8267"/>
                    <a:pt x="3613" y="8250"/>
                  </a:cubicBezTo>
                  <a:cubicBezTo>
                    <a:pt x="3599" y="8248"/>
                    <a:pt x="3585" y="8247"/>
                    <a:pt x="3572" y="8247"/>
                  </a:cubicBezTo>
                  <a:cubicBezTo>
                    <a:pt x="3434" y="8247"/>
                    <a:pt x="3307" y="8365"/>
                    <a:pt x="3307" y="8516"/>
                  </a:cubicBezTo>
                  <a:lnTo>
                    <a:pt x="3307" y="8778"/>
                  </a:lnTo>
                  <a:lnTo>
                    <a:pt x="2630" y="8778"/>
                  </a:lnTo>
                  <a:lnTo>
                    <a:pt x="2630" y="7629"/>
                  </a:lnTo>
                  <a:lnTo>
                    <a:pt x="4014" y="6245"/>
                  </a:lnTo>
                  <a:lnTo>
                    <a:pt x="4858" y="7088"/>
                  </a:lnTo>
                  <a:cubicBezTo>
                    <a:pt x="4912" y="7145"/>
                    <a:pt x="4981" y="7173"/>
                    <a:pt x="5050" y="7173"/>
                  </a:cubicBezTo>
                  <a:cubicBezTo>
                    <a:pt x="5120" y="7173"/>
                    <a:pt x="5189" y="7145"/>
                    <a:pt x="5246" y="7088"/>
                  </a:cubicBezTo>
                  <a:lnTo>
                    <a:pt x="7002" y="5332"/>
                  </a:lnTo>
                  <a:lnTo>
                    <a:pt x="7845" y="6175"/>
                  </a:lnTo>
                  <a:cubicBezTo>
                    <a:pt x="7893" y="6232"/>
                    <a:pt x="7959" y="6260"/>
                    <a:pt x="8026" y="6260"/>
                  </a:cubicBezTo>
                  <a:cubicBezTo>
                    <a:pt x="8093" y="6260"/>
                    <a:pt x="8162" y="6232"/>
                    <a:pt x="8217" y="6175"/>
                  </a:cubicBezTo>
                  <a:cubicBezTo>
                    <a:pt x="8937" y="5458"/>
                    <a:pt x="10736" y="3480"/>
                    <a:pt x="10736" y="3480"/>
                  </a:cubicBezTo>
                  <a:close/>
                  <a:moveTo>
                    <a:pt x="12768" y="2428"/>
                  </a:moveTo>
                  <a:cubicBezTo>
                    <a:pt x="12921" y="2428"/>
                    <a:pt x="13030" y="2540"/>
                    <a:pt x="13030" y="2690"/>
                  </a:cubicBezTo>
                  <a:lnTo>
                    <a:pt x="13030" y="9844"/>
                  </a:lnTo>
                  <a:lnTo>
                    <a:pt x="12506" y="9844"/>
                  </a:lnTo>
                  <a:lnTo>
                    <a:pt x="12506" y="3218"/>
                  </a:lnTo>
                  <a:cubicBezTo>
                    <a:pt x="12506" y="3065"/>
                    <a:pt x="12383" y="2955"/>
                    <a:pt x="12244" y="2955"/>
                  </a:cubicBezTo>
                  <a:lnTo>
                    <a:pt x="11095" y="2955"/>
                  </a:lnTo>
                  <a:cubicBezTo>
                    <a:pt x="11191" y="2773"/>
                    <a:pt x="11274" y="2594"/>
                    <a:pt x="11331" y="2428"/>
                  </a:cubicBezTo>
                  <a:close/>
                  <a:moveTo>
                    <a:pt x="13030" y="10368"/>
                  </a:moveTo>
                  <a:lnTo>
                    <a:pt x="13030" y="10630"/>
                  </a:lnTo>
                  <a:cubicBezTo>
                    <a:pt x="13030" y="10783"/>
                    <a:pt x="12921" y="10893"/>
                    <a:pt x="12768" y="10893"/>
                  </a:cubicBezTo>
                  <a:lnTo>
                    <a:pt x="791" y="10893"/>
                  </a:lnTo>
                  <a:cubicBezTo>
                    <a:pt x="652" y="10893"/>
                    <a:pt x="529" y="10783"/>
                    <a:pt x="529" y="10630"/>
                  </a:cubicBezTo>
                  <a:lnTo>
                    <a:pt x="529" y="10368"/>
                  </a:lnTo>
                  <a:close/>
                  <a:moveTo>
                    <a:pt x="7596" y="11434"/>
                  </a:moveTo>
                  <a:lnTo>
                    <a:pt x="8011" y="13024"/>
                  </a:lnTo>
                  <a:lnTo>
                    <a:pt x="5535" y="13024"/>
                  </a:lnTo>
                  <a:lnTo>
                    <a:pt x="5950" y="11434"/>
                  </a:lnTo>
                  <a:close/>
                  <a:moveTo>
                    <a:pt x="9593" y="0"/>
                  </a:moveTo>
                  <a:cubicBezTo>
                    <a:pt x="8675" y="0"/>
                    <a:pt x="7756" y="630"/>
                    <a:pt x="7736" y="1890"/>
                  </a:cubicBezTo>
                  <a:lnTo>
                    <a:pt x="791" y="1890"/>
                  </a:lnTo>
                  <a:cubicBezTo>
                    <a:pt x="363" y="1890"/>
                    <a:pt x="1" y="2248"/>
                    <a:pt x="1" y="2690"/>
                  </a:cubicBezTo>
                  <a:lnTo>
                    <a:pt x="1" y="10630"/>
                  </a:lnTo>
                  <a:cubicBezTo>
                    <a:pt x="1" y="11072"/>
                    <a:pt x="363" y="11434"/>
                    <a:pt x="791" y="11434"/>
                  </a:cubicBezTo>
                  <a:lnTo>
                    <a:pt x="5412" y="11434"/>
                  </a:lnTo>
                  <a:lnTo>
                    <a:pt x="4997" y="13024"/>
                  </a:lnTo>
                  <a:lnTo>
                    <a:pt x="4648" y="13024"/>
                  </a:lnTo>
                  <a:cubicBezTo>
                    <a:pt x="4303" y="13024"/>
                    <a:pt x="4303" y="13535"/>
                    <a:pt x="4648" y="13548"/>
                  </a:cubicBezTo>
                  <a:lnTo>
                    <a:pt x="8897" y="13548"/>
                  </a:lnTo>
                  <a:cubicBezTo>
                    <a:pt x="9243" y="13535"/>
                    <a:pt x="9243" y="13037"/>
                    <a:pt x="8897" y="13024"/>
                  </a:cubicBezTo>
                  <a:lnTo>
                    <a:pt x="8565" y="13024"/>
                  </a:lnTo>
                  <a:lnTo>
                    <a:pt x="8134" y="11434"/>
                  </a:lnTo>
                  <a:lnTo>
                    <a:pt x="12768" y="11434"/>
                  </a:lnTo>
                  <a:cubicBezTo>
                    <a:pt x="13213" y="11434"/>
                    <a:pt x="13558" y="11072"/>
                    <a:pt x="13558" y="10630"/>
                  </a:cubicBezTo>
                  <a:lnTo>
                    <a:pt x="13558" y="2690"/>
                  </a:lnTo>
                  <a:cubicBezTo>
                    <a:pt x="13558" y="2248"/>
                    <a:pt x="13213" y="1890"/>
                    <a:pt x="12768" y="1890"/>
                  </a:cubicBezTo>
                  <a:lnTo>
                    <a:pt x="11440" y="1890"/>
                  </a:lnTo>
                  <a:cubicBezTo>
                    <a:pt x="11427" y="630"/>
                    <a:pt x="10511" y="0"/>
                    <a:pt x="95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58"/>
            <p:cNvSpPr/>
            <p:nvPr/>
          </p:nvSpPr>
          <p:spPr>
            <a:xfrm>
              <a:off x="2741525" y="3827300"/>
              <a:ext cx="46325" cy="39850"/>
            </a:xfrm>
            <a:custGeom>
              <a:avLst/>
              <a:gdLst/>
              <a:ahLst/>
              <a:cxnLst/>
              <a:rect l="l" t="t" r="r" b="b"/>
              <a:pathLst>
                <a:path w="1853" h="1594" extrusionOk="0">
                  <a:moveTo>
                    <a:pt x="1053" y="528"/>
                  </a:moveTo>
                  <a:cubicBezTo>
                    <a:pt x="1411" y="541"/>
                    <a:pt x="1411" y="1052"/>
                    <a:pt x="1053" y="1066"/>
                  </a:cubicBezTo>
                  <a:cubicBezTo>
                    <a:pt x="913" y="1066"/>
                    <a:pt x="790" y="943"/>
                    <a:pt x="790" y="803"/>
                  </a:cubicBezTo>
                  <a:cubicBezTo>
                    <a:pt x="790" y="651"/>
                    <a:pt x="913" y="528"/>
                    <a:pt x="1053" y="528"/>
                  </a:cubicBezTo>
                  <a:close/>
                  <a:moveTo>
                    <a:pt x="1053" y="0"/>
                  </a:moveTo>
                  <a:cubicBezTo>
                    <a:pt x="0" y="43"/>
                    <a:pt x="0" y="1550"/>
                    <a:pt x="1053" y="1593"/>
                  </a:cubicBezTo>
                  <a:cubicBezTo>
                    <a:pt x="1494" y="1593"/>
                    <a:pt x="1853" y="1232"/>
                    <a:pt x="1853" y="803"/>
                  </a:cubicBezTo>
                  <a:cubicBezTo>
                    <a:pt x="1853" y="362"/>
                    <a:pt x="1494" y="0"/>
                    <a:pt x="10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97" name="Google Shape;1397;p58"/>
          <p:cNvGrpSpPr/>
          <p:nvPr/>
        </p:nvGrpSpPr>
        <p:grpSpPr>
          <a:xfrm>
            <a:off x="3427700" y="3152988"/>
            <a:ext cx="310900" cy="338875"/>
            <a:chOff x="1823825" y="3801400"/>
            <a:chExt cx="310900" cy="338875"/>
          </a:xfrm>
        </p:grpSpPr>
        <p:sp>
          <p:nvSpPr>
            <p:cNvPr id="1398" name="Google Shape;1398;p58"/>
            <p:cNvSpPr/>
            <p:nvPr/>
          </p:nvSpPr>
          <p:spPr>
            <a:xfrm>
              <a:off x="1823825" y="3801400"/>
              <a:ext cx="310900" cy="338875"/>
            </a:xfrm>
            <a:custGeom>
              <a:avLst/>
              <a:gdLst/>
              <a:ahLst/>
              <a:cxnLst/>
              <a:rect l="l" t="t" r="r" b="b"/>
              <a:pathLst>
                <a:path w="12436" h="13555" extrusionOk="0">
                  <a:moveTo>
                    <a:pt x="7689" y="525"/>
                  </a:moveTo>
                  <a:cubicBezTo>
                    <a:pt x="7828" y="525"/>
                    <a:pt x="7954" y="651"/>
                    <a:pt x="7954" y="787"/>
                  </a:cubicBezTo>
                  <a:lnTo>
                    <a:pt x="7954" y="1053"/>
                  </a:lnTo>
                  <a:lnTo>
                    <a:pt x="5823" y="1053"/>
                  </a:lnTo>
                  <a:cubicBezTo>
                    <a:pt x="5683" y="1053"/>
                    <a:pt x="5574" y="1176"/>
                    <a:pt x="5561" y="1328"/>
                  </a:cubicBezTo>
                  <a:cubicBezTo>
                    <a:pt x="5561" y="1468"/>
                    <a:pt x="5448" y="1590"/>
                    <a:pt x="5298" y="1590"/>
                  </a:cubicBezTo>
                  <a:lnTo>
                    <a:pt x="3181" y="1590"/>
                  </a:lnTo>
                  <a:cubicBezTo>
                    <a:pt x="3028" y="1590"/>
                    <a:pt x="2918" y="1468"/>
                    <a:pt x="2918" y="1315"/>
                  </a:cubicBezTo>
                  <a:cubicBezTo>
                    <a:pt x="2918" y="1176"/>
                    <a:pt x="2792" y="1053"/>
                    <a:pt x="2656" y="1053"/>
                  </a:cubicBezTo>
                  <a:lnTo>
                    <a:pt x="538" y="1053"/>
                  </a:lnTo>
                  <a:lnTo>
                    <a:pt x="538" y="787"/>
                  </a:lnTo>
                  <a:cubicBezTo>
                    <a:pt x="538" y="651"/>
                    <a:pt x="651" y="525"/>
                    <a:pt x="800" y="525"/>
                  </a:cubicBezTo>
                  <a:close/>
                  <a:moveTo>
                    <a:pt x="6098" y="5298"/>
                  </a:moveTo>
                  <a:lnTo>
                    <a:pt x="6098" y="10165"/>
                  </a:lnTo>
                  <a:lnTo>
                    <a:pt x="5033" y="10165"/>
                  </a:lnTo>
                  <a:lnTo>
                    <a:pt x="5033" y="5298"/>
                  </a:lnTo>
                  <a:close/>
                  <a:moveTo>
                    <a:pt x="8741" y="3390"/>
                  </a:moveTo>
                  <a:lnTo>
                    <a:pt x="8741" y="10165"/>
                  </a:lnTo>
                  <a:lnTo>
                    <a:pt x="7689" y="10165"/>
                  </a:lnTo>
                  <a:lnTo>
                    <a:pt x="7689" y="3390"/>
                  </a:lnTo>
                  <a:close/>
                  <a:moveTo>
                    <a:pt x="11396" y="7207"/>
                  </a:moveTo>
                  <a:lnTo>
                    <a:pt x="11396" y="10165"/>
                  </a:lnTo>
                  <a:lnTo>
                    <a:pt x="10331" y="10165"/>
                  </a:lnTo>
                  <a:lnTo>
                    <a:pt x="10331" y="7207"/>
                  </a:lnTo>
                  <a:close/>
                  <a:moveTo>
                    <a:pt x="7954" y="1590"/>
                  </a:moveTo>
                  <a:lnTo>
                    <a:pt x="7954" y="2862"/>
                  </a:lnTo>
                  <a:lnTo>
                    <a:pt x="7413" y="2862"/>
                  </a:lnTo>
                  <a:cubicBezTo>
                    <a:pt x="7274" y="2862"/>
                    <a:pt x="7151" y="2975"/>
                    <a:pt x="7151" y="3127"/>
                  </a:cubicBezTo>
                  <a:lnTo>
                    <a:pt x="7151" y="10165"/>
                  </a:lnTo>
                  <a:lnTo>
                    <a:pt x="6626" y="10165"/>
                  </a:lnTo>
                  <a:lnTo>
                    <a:pt x="6626" y="5036"/>
                  </a:lnTo>
                  <a:cubicBezTo>
                    <a:pt x="6626" y="4883"/>
                    <a:pt x="6500" y="4771"/>
                    <a:pt x="6361" y="4771"/>
                  </a:cubicBezTo>
                  <a:lnTo>
                    <a:pt x="4771" y="4771"/>
                  </a:lnTo>
                  <a:cubicBezTo>
                    <a:pt x="4618" y="4771"/>
                    <a:pt x="4508" y="4883"/>
                    <a:pt x="4508" y="5036"/>
                  </a:cubicBezTo>
                  <a:lnTo>
                    <a:pt x="4508" y="10165"/>
                  </a:lnTo>
                  <a:lnTo>
                    <a:pt x="4356" y="10165"/>
                  </a:lnTo>
                  <a:cubicBezTo>
                    <a:pt x="4220" y="10165"/>
                    <a:pt x="4107" y="10265"/>
                    <a:pt x="4080" y="10387"/>
                  </a:cubicBezTo>
                  <a:cubicBezTo>
                    <a:pt x="4067" y="10553"/>
                    <a:pt x="4190" y="10693"/>
                    <a:pt x="4342" y="10693"/>
                  </a:cubicBezTo>
                  <a:lnTo>
                    <a:pt x="7954" y="10693"/>
                  </a:lnTo>
                  <a:lnTo>
                    <a:pt x="7954" y="11964"/>
                  </a:lnTo>
                  <a:lnTo>
                    <a:pt x="538" y="11964"/>
                  </a:lnTo>
                  <a:lnTo>
                    <a:pt x="538" y="1590"/>
                  </a:lnTo>
                  <a:lnTo>
                    <a:pt x="2434" y="1590"/>
                  </a:lnTo>
                  <a:cubicBezTo>
                    <a:pt x="2543" y="1896"/>
                    <a:pt x="2835" y="2115"/>
                    <a:pt x="3181" y="2115"/>
                  </a:cubicBezTo>
                  <a:lnTo>
                    <a:pt x="5298" y="2115"/>
                  </a:lnTo>
                  <a:cubicBezTo>
                    <a:pt x="5644" y="2115"/>
                    <a:pt x="5946" y="1896"/>
                    <a:pt x="6045" y="1590"/>
                  </a:cubicBezTo>
                  <a:close/>
                  <a:moveTo>
                    <a:pt x="7954" y="12505"/>
                  </a:moveTo>
                  <a:lnTo>
                    <a:pt x="7954" y="12767"/>
                  </a:lnTo>
                  <a:cubicBezTo>
                    <a:pt x="7954" y="12904"/>
                    <a:pt x="7828" y="13030"/>
                    <a:pt x="7689" y="13030"/>
                  </a:cubicBezTo>
                  <a:lnTo>
                    <a:pt x="800" y="13030"/>
                  </a:lnTo>
                  <a:cubicBezTo>
                    <a:pt x="651" y="13030"/>
                    <a:pt x="538" y="12904"/>
                    <a:pt x="538" y="12767"/>
                  </a:cubicBezTo>
                  <a:lnTo>
                    <a:pt x="538" y="12505"/>
                  </a:lnTo>
                  <a:close/>
                  <a:moveTo>
                    <a:pt x="800" y="0"/>
                  </a:moveTo>
                  <a:cubicBezTo>
                    <a:pt x="359" y="0"/>
                    <a:pt x="0" y="359"/>
                    <a:pt x="0" y="787"/>
                  </a:cubicBezTo>
                  <a:lnTo>
                    <a:pt x="0" y="12767"/>
                  </a:lnTo>
                  <a:cubicBezTo>
                    <a:pt x="0" y="13209"/>
                    <a:pt x="359" y="13554"/>
                    <a:pt x="800" y="13554"/>
                  </a:cubicBezTo>
                  <a:lnTo>
                    <a:pt x="7689" y="13554"/>
                  </a:lnTo>
                  <a:cubicBezTo>
                    <a:pt x="8120" y="13554"/>
                    <a:pt x="8479" y="13209"/>
                    <a:pt x="8479" y="12767"/>
                  </a:cubicBezTo>
                  <a:lnTo>
                    <a:pt x="8479" y="10693"/>
                  </a:lnTo>
                  <a:lnTo>
                    <a:pt x="12087" y="10693"/>
                  </a:lnTo>
                  <a:cubicBezTo>
                    <a:pt x="12436" y="10693"/>
                    <a:pt x="12436" y="10182"/>
                    <a:pt x="12087" y="10165"/>
                  </a:cubicBezTo>
                  <a:lnTo>
                    <a:pt x="11921" y="10165"/>
                  </a:lnTo>
                  <a:lnTo>
                    <a:pt x="11921" y="6945"/>
                  </a:lnTo>
                  <a:cubicBezTo>
                    <a:pt x="11921" y="6792"/>
                    <a:pt x="11798" y="6666"/>
                    <a:pt x="11659" y="6666"/>
                  </a:cubicBezTo>
                  <a:lnTo>
                    <a:pt x="10069" y="6666"/>
                  </a:lnTo>
                  <a:cubicBezTo>
                    <a:pt x="9916" y="6666"/>
                    <a:pt x="9806" y="6792"/>
                    <a:pt x="9806" y="6945"/>
                  </a:cubicBezTo>
                  <a:lnTo>
                    <a:pt x="9806" y="10165"/>
                  </a:lnTo>
                  <a:lnTo>
                    <a:pt x="9282" y="10165"/>
                  </a:lnTo>
                  <a:lnTo>
                    <a:pt x="9282" y="3127"/>
                  </a:lnTo>
                  <a:cubicBezTo>
                    <a:pt x="9282" y="2975"/>
                    <a:pt x="9156" y="2862"/>
                    <a:pt x="9003" y="2862"/>
                  </a:cubicBezTo>
                  <a:lnTo>
                    <a:pt x="8479" y="2862"/>
                  </a:lnTo>
                  <a:lnTo>
                    <a:pt x="8479" y="787"/>
                  </a:lnTo>
                  <a:cubicBezTo>
                    <a:pt x="8479" y="359"/>
                    <a:pt x="8120" y="0"/>
                    <a:pt x="76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58"/>
            <p:cNvSpPr/>
            <p:nvPr/>
          </p:nvSpPr>
          <p:spPr>
            <a:xfrm>
              <a:off x="1847975" y="3872925"/>
              <a:ext cx="102100" cy="13225"/>
            </a:xfrm>
            <a:custGeom>
              <a:avLst/>
              <a:gdLst/>
              <a:ahLst/>
              <a:cxnLst/>
              <a:rect l="l" t="t" r="r" b="b"/>
              <a:pathLst>
                <a:path w="4084" h="529" extrusionOk="0">
                  <a:moveTo>
                    <a:pt x="362" y="1"/>
                  </a:moveTo>
                  <a:cubicBezTo>
                    <a:pt x="0" y="17"/>
                    <a:pt x="0" y="515"/>
                    <a:pt x="362" y="529"/>
                  </a:cubicBezTo>
                  <a:lnTo>
                    <a:pt x="3791" y="529"/>
                  </a:lnTo>
                  <a:cubicBezTo>
                    <a:pt x="3931" y="529"/>
                    <a:pt x="4040" y="432"/>
                    <a:pt x="4067" y="306"/>
                  </a:cubicBezTo>
                  <a:cubicBezTo>
                    <a:pt x="4083" y="140"/>
                    <a:pt x="3957" y="1"/>
                    <a:pt x="38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58"/>
            <p:cNvSpPr/>
            <p:nvPr/>
          </p:nvSpPr>
          <p:spPr>
            <a:xfrm>
              <a:off x="1847975" y="3903400"/>
              <a:ext cx="65075" cy="13125"/>
            </a:xfrm>
            <a:custGeom>
              <a:avLst/>
              <a:gdLst/>
              <a:ahLst/>
              <a:cxnLst/>
              <a:rect l="l" t="t" r="r" b="b"/>
              <a:pathLst>
                <a:path w="2603" h="525" extrusionOk="0">
                  <a:moveTo>
                    <a:pt x="362" y="0"/>
                  </a:moveTo>
                  <a:cubicBezTo>
                    <a:pt x="0" y="13"/>
                    <a:pt x="0" y="511"/>
                    <a:pt x="362" y="525"/>
                  </a:cubicBezTo>
                  <a:lnTo>
                    <a:pt x="2311" y="525"/>
                  </a:lnTo>
                  <a:cubicBezTo>
                    <a:pt x="2477" y="525"/>
                    <a:pt x="2603" y="389"/>
                    <a:pt x="2573" y="223"/>
                  </a:cubicBezTo>
                  <a:cubicBezTo>
                    <a:pt x="2560" y="96"/>
                    <a:pt x="2437" y="0"/>
                    <a:pt x="23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58"/>
            <p:cNvSpPr/>
            <p:nvPr/>
          </p:nvSpPr>
          <p:spPr>
            <a:xfrm>
              <a:off x="1847975" y="3933850"/>
              <a:ext cx="65075" cy="13125"/>
            </a:xfrm>
            <a:custGeom>
              <a:avLst/>
              <a:gdLst/>
              <a:ahLst/>
              <a:cxnLst/>
              <a:rect l="l" t="t" r="r" b="b"/>
              <a:pathLst>
                <a:path w="2603" h="525" extrusionOk="0">
                  <a:moveTo>
                    <a:pt x="362" y="0"/>
                  </a:moveTo>
                  <a:cubicBezTo>
                    <a:pt x="0" y="14"/>
                    <a:pt x="0" y="512"/>
                    <a:pt x="362" y="525"/>
                  </a:cubicBezTo>
                  <a:lnTo>
                    <a:pt x="2311" y="525"/>
                  </a:lnTo>
                  <a:cubicBezTo>
                    <a:pt x="2477" y="525"/>
                    <a:pt x="2603" y="385"/>
                    <a:pt x="2573" y="220"/>
                  </a:cubicBezTo>
                  <a:cubicBezTo>
                    <a:pt x="2560" y="97"/>
                    <a:pt x="2437" y="0"/>
                    <a:pt x="23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58"/>
            <p:cNvSpPr/>
            <p:nvPr/>
          </p:nvSpPr>
          <p:spPr>
            <a:xfrm>
              <a:off x="1847975" y="3964225"/>
              <a:ext cx="65075" cy="13225"/>
            </a:xfrm>
            <a:custGeom>
              <a:avLst/>
              <a:gdLst/>
              <a:ahLst/>
              <a:cxnLst/>
              <a:rect l="l" t="t" r="r" b="b"/>
              <a:pathLst>
                <a:path w="2603" h="529" extrusionOk="0">
                  <a:moveTo>
                    <a:pt x="362" y="0"/>
                  </a:moveTo>
                  <a:cubicBezTo>
                    <a:pt x="0" y="17"/>
                    <a:pt x="0" y="515"/>
                    <a:pt x="362" y="528"/>
                  </a:cubicBezTo>
                  <a:lnTo>
                    <a:pt x="2311" y="528"/>
                  </a:lnTo>
                  <a:cubicBezTo>
                    <a:pt x="2477" y="528"/>
                    <a:pt x="2603" y="389"/>
                    <a:pt x="2573" y="223"/>
                  </a:cubicBezTo>
                  <a:cubicBezTo>
                    <a:pt x="2560" y="100"/>
                    <a:pt x="2437" y="0"/>
                    <a:pt x="23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58"/>
            <p:cNvSpPr/>
            <p:nvPr/>
          </p:nvSpPr>
          <p:spPr>
            <a:xfrm>
              <a:off x="1847975" y="3994675"/>
              <a:ext cx="65075" cy="13150"/>
            </a:xfrm>
            <a:custGeom>
              <a:avLst/>
              <a:gdLst/>
              <a:ahLst/>
              <a:cxnLst/>
              <a:rect l="l" t="t" r="r" b="b"/>
              <a:pathLst>
                <a:path w="2603" h="526" extrusionOk="0">
                  <a:moveTo>
                    <a:pt x="362" y="1"/>
                  </a:moveTo>
                  <a:cubicBezTo>
                    <a:pt x="0" y="14"/>
                    <a:pt x="0" y="512"/>
                    <a:pt x="362" y="525"/>
                  </a:cubicBezTo>
                  <a:lnTo>
                    <a:pt x="2311" y="525"/>
                  </a:lnTo>
                  <a:cubicBezTo>
                    <a:pt x="2477" y="525"/>
                    <a:pt x="2603" y="389"/>
                    <a:pt x="2573" y="223"/>
                  </a:cubicBezTo>
                  <a:cubicBezTo>
                    <a:pt x="2560" y="97"/>
                    <a:pt x="2437" y="1"/>
                    <a:pt x="2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58"/>
            <p:cNvSpPr/>
            <p:nvPr/>
          </p:nvSpPr>
          <p:spPr>
            <a:xfrm>
              <a:off x="1847975" y="4025125"/>
              <a:ext cx="65075" cy="13150"/>
            </a:xfrm>
            <a:custGeom>
              <a:avLst/>
              <a:gdLst/>
              <a:ahLst/>
              <a:cxnLst/>
              <a:rect l="l" t="t" r="r" b="b"/>
              <a:pathLst>
                <a:path w="2603" h="526" extrusionOk="0">
                  <a:moveTo>
                    <a:pt x="362" y="1"/>
                  </a:moveTo>
                  <a:cubicBezTo>
                    <a:pt x="0" y="14"/>
                    <a:pt x="0" y="512"/>
                    <a:pt x="362" y="525"/>
                  </a:cubicBezTo>
                  <a:lnTo>
                    <a:pt x="2311" y="525"/>
                  </a:lnTo>
                  <a:cubicBezTo>
                    <a:pt x="2477" y="525"/>
                    <a:pt x="2603" y="386"/>
                    <a:pt x="2573" y="220"/>
                  </a:cubicBezTo>
                  <a:cubicBezTo>
                    <a:pt x="2560" y="97"/>
                    <a:pt x="2437" y="1"/>
                    <a:pt x="2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58"/>
            <p:cNvSpPr/>
            <p:nvPr/>
          </p:nvSpPr>
          <p:spPr>
            <a:xfrm>
              <a:off x="1847975" y="4055500"/>
              <a:ext cx="65075" cy="13225"/>
            </a:xfrm>
            <a:custGeom>
              <a:avLst/>
              <a:gdLst/>
              <a:ahLst/>
              <a:cxnLst/>
              <a:rect l="l" t="t" r="r" b="b"/>
              <a:pathLst>
                <a:path w="2603" h="529" extrusionOk="0">
                  <a:moveTo>
                    <a:pt x="362" y="1"/>
                  </a:moveTo>
                  <a:cubicBezTo>
                    <a:pt x="0" y="18"/>
                    <a:pt x="0" y="529"/>
                    <a:pt x="362" y="529"/>
                  </a:cubicBezTo>
                  <a:lnTo>
                    <a:pt x="2311" y="529"/>
                  </a:lnTo>
                  <a:cubicBezTo>
                    <a:pt x="2477" y="529"/>
                    <a:pt x="2603" y="389"/>
                    <a:pt x="2573" y="223"/>
                  </a:cubicBezTo>
                  <a:cubicBezTo>
                    <a:pt x="2560" y="101"/>
                    <a:pt x="2437" y="1"/>
                    <a:pt x="23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0" name="Google Shape;1350;p58">
            <a:extLst>
              <a:ext uri="{FF2B5EF4-FFF2-40B4-BE49-F238E27FC236}">
                <a16:creationId xmlns:a16="http://schemas.microsoft.com/office/drawing/2014/main" id="{77D25CBD-691D-43B9-D6E5-31C7389391C1}"/>
              </a:ext>
            </a:extLst>
          </p:cNvPr>
          <p:cNvCxnSpPr/>
          <p:nvPr/>
        </p:nvCxnSpPr>
        <p:spPr>
          <a:xfrm>
            <a:off x="5558544" y="1750075"/>
            <a:ext cx="0" cy="176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50;p58">
            <a:extLst>
              <a:ext uri="{FF2B5EF4-FFF2-40B4-BE49-F238E27FC236}">
                <a16:creationId xmlns:a16="http://schemas.microsoft.com/office/drawing/2014/main" id="{0156018C-11A5-3B79-5CF5-ABC0048764B7}"/>
              </a:ext>
            </a:extLst>
          </p:cNvPr>
          <p:cNvCxnSpPr/>
          <p:nvPr/>
        </p:nvCxnSpPr>
        <p:spPr>
          <a:xfrm>
            <a:off x="7509788" y="1745545"/>
            <a:ext cx="0" cy="176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349;p58">
            <a:extLst>
              <a:ext uri="{FF2B5EF4-FFF2-40B4-BE49-F238E27FC236}">
                <a16:creationId xmlns:a16="http://schemas.microsoft.com/office/drawing/2014/main" id="{EB7EE932-97F7-6374-F472-3AA4296EC195}"/>
              </a:ext>
            </a:extLst>
          </p:cNvPr>
          <p:cNvCxnSpPr>
            <a:cxnSpLocks/>
          </p:cNvCxnSpPr>
          <p:nvPr/>
        </p:nvCxnSpPr>
        <p:spPr>
          <a:xfrm>
            <a:off x="1619288" y="3595125"/>
            <a:ext cx="0" cy="176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Google Shape;1349;p58">
            <a:extLst>
              <a:ext uri="{FF2B5EF4-FFF2-40B4-BE49-F238E27FC236}">
                <a16:creationId xmlns:a16="http://schemas.microsoft.com/office/drawing/2014/main" id="{BCCB31D8-E66A-9452-3365-1AE2419E53FD}"/>
              </a:ext>
            </a:extLst>
          </p:cNvPr>
          <p:cNvCxnSpPr>
            <a:cxnSpLocks/>
          </p:cNvCxnSpPr>
          <p:nvPr/>
        </p:nvCxnSpPr>
        <p:spPr>
          <a:xfrm>
            <a:off x="3588638" y="1745545"/>
            <a:ext cx="0" cy="176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1349;p58">
            <a:extLst>
              <a:ext uri="{FF2B5EF4-FFF2-40B4-BE49-F238E27FC236}">
                <a16:creationId xmlns:a16="http://schemas.microsoft.com/office/drawing/2014/main" id="{A7667EB2-BB73-27F8-3DCA-97CA2A5027A8}"/>
              </a:ext>
            </a:extLst>
          </p:cNvPr>
          <p:cNvCxnSpPr>
            <a:cxnSpLocks/>
          </p:cNvCxnSpPr>
          <p:nvPr/>
        </p:nvCxnSpPr>
        <p:spPr>
          <a:xfrm>
            <a:off x="3583138" y="3605925"/>
            <a:ext cx="0" cy="176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1349;p58">
            <a:extLst>
              <a:ext uri="{FF2B5EF4-FFF2-40B4-BE49-F238E27FC236}">
                <a16:creationId xmlns:a16="http://schemas.microsoft.com/office/drawing/2014/main" id="{DF004DFD-7C06-3EBD-2C63-8B7B47DBA07C}"/>
              </a:ext>
            </a:extLst>
          </p:cNvPr>
          <p:cNvCxnSpPr>
            <a:cxnSpLocks/>
          </p:cNvCxnSpPr>
          <p:nvPr/>
        </p:nvCxnSpPr>
        <p:spPr>
          <a:xfrm>
            <a:off x="1619288" y="1740899"/>
            <a:ext cx="0" cy="176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Google Shape;1360;p58">
            <a:extLst>
              <a:ext uri="{FF2B5EF4-FFF2-40B4-BE49-F238E27FC236}">
                <a16:creationId xmlns:a16="http://schemas.microsoft.com/office/drawing/2014/main" id="{1BE7E1FF-84C8-5648-6488-40A49E532C99}"/>
              </a:ext>
            </a:extLst>
          </p:cNvPr>
          <p:cNvSpPr txBox="1"/>
          <p:nvPr/>
        </p:nvSpPr>
        <p:spPr>
          <a:xfrm flipH="1">
            <a:off x="6012410" y="3589231"/>
            <a:ext cx="2434570" cy="6750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1000" b="1" dirty="0"/>
              <a:t>Purpose:</a:t>
            </a:r>
            <a:r>
              <a:rPr lang="en-US" sz="1000" dirty="0"/>
              <a:t> Build a reusable workflow that separates data cleaning, analysis, visualization, and reporting.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Spending Overview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85F53E-11C3-EC12-9897-D0243A1854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295" y="1302818"/>
            <a:ext cx="3958963" cy="295392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Google Shape;940;p41">
            <a:extLst>
              <a:ext uri="{FF2B5EF4-FFF2-40B4-BE49-F238E27FC236}">
                <a16:creationId xmlns:a16="http://schemas.microsoft.com/office/drawing/2014/main" id="{AA71C8FE-90E7-EE9A-642B-68F8695E9EF8}"/>
              </a:ext>
            </a:extLst>
          </p:cNvPr>
          <p:cNvSpPr txBox="1">
            <a:spLocks/>
          </p:cNvSpPr>
          <p:nvPr/>
        </p:nvSpPr>
        <p:spPr>
          <a:xfrm>
            <a:off x="5122258" y="2250087"/>
            <a:ext cx="3741542" cy="800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 spc="0">
                <a:solidFill>
                  <a:schemeClr val="hlink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algn="l">
              <a:lnSpc>
                <a:spcPct val="130000"/>
              </a:lnSpc>
            </a:pPr>
            <a:r>
              <a:rPr lang="en-US" dirty="0"/>
              <a:t>Annual spending: </a:t>
            </a:r>
            <a:r>
              <a:rPr lang="en-US" b="1" dirty="0"/>
              <a:t>$372,066.27</a:t>
            </a:r>
            <a:r>
              <a:rPr lang="en-US" dirty="0"/>
              <a:t> </a:t>
            </a:r>
          </a:p>
          <a:p>
            <a:pPr algn="l">
              <a:lnSpc>
                <a:spcPct val="130000"/>
              </a:lnSpc>
            </a:pPr>
            <a:r>
              <a:rPr lang="en-US" dirty="0"/>
              <a:t>Travel is the largest category at </a:t>
            </a:r>
            <a:r>
              <a:rPr lang="en-US" b="1" dirty="0"/>
              <a:t>$153,896.94</a:t>
            </a:r>
            <a:r>
              <a:rPr lang="en-US" dirty="0"/>
              <a:t> </a:t>
            </a:r>
          </a:p>
          <a:p>
            <a:pPr algn="l">
              <a:lnSpc>
                <a:spcPct val="130000"/>
              </a:lnSpc>
            </a:pPr>
            <a:r>
              <a:rPr lang="en-US" dirty="0"/>
              <a:t>Travel represents </a:t>
            </a:r>
            <a:r>
              <a:rPr lang="en-US" b="1" dirty="0"/>
              <a:t>41.36%</a:t>
            </a:r>
            <a:r>
              <a:rPr lang="en-US" dirty="0"/>
              <a:t> of total spending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Monthly Spending Trends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B5C28D-16DB-7401-8410-7341CD0CA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136" y="1185036"/>
            <a:ext cx="4092097" cy="306001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Google Shape;940;p41">
            <a:extLst>
              <a:ext uri="{FF2B5EF4-FFF2-40B4-BE49-F238E27FC236}">
                <a16:creationId xmlns:a16="http://schemas.microsoft.com/office/drawing/2014/main" id="{650ADB36-E2AF-0149-C0AD-670A4B7E7E58}"/>
              </a:ext>
            </a:extLst>
          </p:cNvPr>
          <p:cNvSpPr txBox="1">
            <a:spLocks/>
          </p:cNvSpPr>
          <p:nvPr/>
        </p:nvSpPr>
        <p:spPr>
          <a:xfrm>
            <a:off x="4944233" y="1969143"/>
            <a:ext cx="3741542" cy="1348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 spc="0">
                <a:solidFill>
                  <a:schemeClr val="hlink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algn="l">
              <a:lnSpc>
                <a:spcPct val="130000"/>
              </a:lnSpc>
            </a:pPr>
            <a:r>
              <a:rPr lang="en-US" dirty="0"/>
              <a:t>Average monthly spending: </a:t>
            </a:r>
            <a:r>
              <a:rPr lang="en-US" b="1" dirty="0"/>
              <a:t>$31,005.52</a:t>
            </a:r>
          </a:p>
          <a:p>
            <a:pPr algn="l">
              <a:lnSpc>
                <a:spcPct val="130000"/>
              </a:lnSpc>
            </a:pPr>
            <a:r>
              <a:rPr lang="en-US" b="1" dirty="0"/>
              <a:t>March (+12.49%) </a:t>
            </a:r>
            <a:r>
              <a:rPr lang="en-US" dirty="0"/>
              <a:t>and </a:t>
            </a:r>
            <a:r>
              <a:rPr lang="en-US" b="1" dirty="0"/>
              <a:t>October (+10.87%) </a:t>
            </a:r>
            <a:r>
              <a:rPr lang="en-US" dirty="0"/>
              <a:t>were the only months at least 10% above average.</a:t>
            </a:r>
          </a:p>
          <a:p>
            <a:pPr algn="l">
              <a:lnSpc>
                <a:spcPct val="130000"/>
              </a:lnSpc>
            </a:pPr>
            <a:r>
              <a:rPr lang="en-US" dirty="0"/>
              <a:t>Travel was the top category in both high-spending months.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>
          <a:extLst>
            <a:ext uri="{FF2B5EF4-FFF2-40B4-BE49-F238E27FC236}">
              <a16:creationId xmlns:a16="http://schemas.microsoft.com/office/drawing/2014/main" id="{86E8F741-63CE-280C-C9A4-81E718C81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1">
            <a:extLst>
              <a:ext uri="{FF2B5EF4-FFF2-40B4-BE49-F238E27FC236}">
                <a16:creationId xmlns:a16="http://schemas.microsoft.com/office/drawing/2014/main" id="{FEDE3DDA-915B-8043-EC17-C97A9A5245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Debt &amp; Liquidity</a:t>
            </a:r>
            <a:endParaRPr dirty="0"/>
          </a:p>
        </p:txBody>
      </p:sp>
      <p:sp>
        <p:nvSpPr>
          <p:cNvPr id="9" name="Google Shape;940;p41">
            <a:extLst>
              <a:ext uri="{FF2B5EF4-FFF2-40B4-BE49-F238E27FC236}">
                <a16:creationId xmlns:a16="http://schemas.microsoft.com/office/drawing/2014/main" id="{A1C074D4-4214-C4F6-5BB3-34A465C1B003}"/>
              </a:ext>
            </a:extLst>
          </p:cNvPr>
          <p:cNvSpPr txBox="1">
            <a:spLocks/>
          </p:cNvSpPr>
          <p:nvPr/>
        </p:nvSpPr>
        <p:spPr>
          <a:xfrm>
            <a:off x="5103661" y="1857540"/>
            <a:ext cx="3741542" cy="1925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 spc="0">
                <a:solidFill>
                  <a:schemeClr val="hlink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lvl="0" algn="l">
              <a:lnSpc>
                <a:spcPct val="130000"/>
              </a:lnSpc>
            </a:pPr>
            <a:r>
              <a:rPr lang="en-US" dirty="0"/>
              <a:t>Adjusted total known debt: </a:t>
            </a:r>
            <a:r>
              <a:rPr lang="en-US" b="1" dirty="0"/>
              <a:t>$85,550</a:t>
            </a:r>
            <a:r>
              <a:rPr lang="en-US" dirty="0"/>
              <a:t> </a:t>
            </a:r>
          </a:p>
          <a:p>
            <a:pPr lvl="0" algn="l">
              <a:lnSpc>
                <a:spcPct val="130000"/>
              </a:lnSpc>
            </a:pPr>
            <a:r>
              <a:rPr lang="en-US" dirty="0"/>
              <a:t>Checking cash: </a:t>
            </a:r>
            <a:r>
              <a:rPr lang="en-US" b="1" dirty="0"/>
              <a:t>$19,000</a:t>
            </a:r>
            <a:r>
              <a:rPr lang="en-US" dirty="0"/>
              <a:t> </a:t>
            </a:r>
          </a:p>
          <a:p>
            <a:pPr lvl="0" algn="l">
              <a:lnSpc>
                <a:spcPct val="130000"/>
              </a:lnSpc>
            </a:pPr>
            <a:r>
              <a:rPr lang="en-US" dirty="0"/>
              <a:t>Cash-to-debt ratio: </a:t>
            </a:r>
            <a:r>
              <a:rPr lang="en-US" b="1" dirty="0"/>
              <a:t>22.21%</a:t>
            </a:r>
            <a:r>
              <a:rPr lang="en-US" dirty="0"/>
              <a:t> </a:t>
            </a:r>
          </a:p>
          <a:p>
            <a:pPr lvl="0" algn="l">
              <a:lnSpc>
                <a:spcPct val="130000"/>
              </a:lnSpc>
            </a:pPr>
            <a:r>
              <a:rPr lang="en-US" dirty="0"/>
              <a:t>Credit cards are only </a:t>
            </a:r>
            <a:r>
              <a:rPr lang="en-US" b="1" dirty="0"/>
              <a:t>13.86% of listed debt principal</a:t>
            </a:r>
            <a:r>
              <a:rPr lang="en-US" dirty="0"/>
              <a:t> but account for </a:t>
            </a:r>
            <a:r>
              <a:rPr lang="en-US" b="1" dirty="0"/>
              <a:t>41.05% of estimated annual interest cost</a:t>
            </a:r>
          </a:p>
          <a:p>
            <a:pPr marL="152400" lvl="0" indent="0" algn="l">
              <a:lnSpc>
                <a:spcPct val="130000"/>
              </a:lnSpc>
              <a:buNone/>
            </a:pPr>
            <a:endParaRPr lang="en-US" b="1" dirty="0"/>
          </a:p>
          <a:p>
            <a:pPr marL="152400" lvl="0" indent="0" algn="l">
              <a:lnSpc>
                <a:spcPct val="130000"/>
              </a:lnSpc>
              <a:buNone/>
            </a:pPr>
            <a:r>
              <a:rPr lang="en-US" sz="900" dirty="0"/>
              <a:t>Note: Amex $1,850 balance was identified in accounts but missing from the debt schedule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61384A-B5B6-BEA6-DAB4-3B056ADAB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561" y="1266375"/>
            <a:ext cx="4165100" cy="310773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60221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5">
          <a:extLst>
            <a:ext uri="{FF2B5EF4-FFF2-40B4-BE49-F238E27FC236}">
              <a16:creationId xmlns:a16="http://schemas.microsoft.com/office/drawing/2014/main" id="{99824FDA-C2BB-FCBC-200A-74946D74D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7">
            <a:extLst>
              <a:ext uri="{FF2B5EF4-FFF2-40B4-BE49-F238E27FC236}">
                <a16:creationId xmlns:a16="http://schemas.microsoft.com/office/drawing/2014/main" id="{9F3847A8-F265-3E41-1F5B-8BC311BA47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Financial Health</a:t>
            </a:r>
            <a:endParaRPr dirty="0"/>
          </a:p>
        </p:txBody>
      </p:sp>
      <p:sp>
        <p:nvSpPr>
          <p:cNvPr id="6" name="Google Shape;940;p41">
            <a:extLst>
              <a:ext uri="{FF2B5EF4-FFF2-40B4-BE49-F238E27FC236}">
                <a16:creationId xmlns:a16="http://schemas.microsoft.com/office/drawing/2014/main" id="{22B0854F-8E68-D7C9-F7E3-5F04F5277E1B}"/>
              </a:ext>
            </a:extLst>
          </p:cNvPr>
          <p:cNvSpPr txBox="1">
            <a:spLocks/>
          </p:cNvSpPr>
          <p:nvPr/>
        </p:nvSpPr>
        <p:spPr>
          <a:xfrm>
            <a:off x="4304962" y="2028960"/>
            <a:ext cx="4628645" cy="19047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 spc="0">
                <a:solidFill>
                  <a:schemeClr val="hlink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lvl="0" algn="l">
              <a:lnSpc>
                <a:spcPct val="130000"/>
              </a:lnSpc>
            </a:pPr>
            <a:r>
              <a:rPr lang="en-US" dirty="0"/>
              <a:t>Annual income: </a:t>
            </a:r>
            <a:r>
              <a:rPr lang="en-US" b="1" dirty="0"/>
              <a:t>$174,923.04</a:t>
            </a:r>
            <a:r>
              <a:rPr lang="en-US" dirty="0"/>
              <a:t> </a:t>
            </a:r>
          </a:p>
          <a:p>
            <a:pPr lvl="0" algn="l">
              <a:lnSpc>
                <a:spcPct val="130000"/>
              </a:lnSpc>
            </a:pPr>
            <a:r>
              <a:rPr lang="en-US" dirty="0"/>
              <a:t>Annual spending: </a:t>
            </a:r>
            <a:r>
              <a:rPr lang="en-US" b="1" dirty="0"/>
              <a:t>$372,066.27</a:t>
            </a:r>
            <a:r>
              <a:rPr lang="en-US" dirty="0"/>
              <a:t> </a:t>
            </a:r>
          </a:p>
          <a:p>
            <a:pPr lvl="0" algn="l">
              <a:lnSpc>
                <a:spcPct val="130000"/>
              </a:lnSpc>
            </a:pPr>
            <a:r>
              <a:rPr lang="en-US" dirty="0"/>
              <a:t>Annual net cash flow: </a:t>
            </a:r>
            <a:r>
              <a:rPr lang="en-US" b="1" dirty="0"/>
              <a:t>-$197,143.23</a:t>
            </a:r>
            <a:r>
              <a:rPr lang="en-US" dirty="0"/>
              <a:t> </a:t>
            </a:r>
          </a:p>
          <a:p>
            <a:pPr lvl="0" algn="l">
              <a:lnSpc>
                <a:spcPct val="130000"/>
              </a:lnSpc>
            </a:pPr>
            <a:r>
              <a:rPr lang="en-US" dirty="0"/>
              <a:t>Cash flow margin: </a:t>
            </a:r>
            <a:r>
              <a:rPr lang="en-US" b="1" dirty="0"/>
              <a:t>-112.70%</a:t>
            </a:r>
            <a:r>
              <a:rPr lang="en-US" dirty="0"/>
              <a:t> </a:t>
            </a:r>
          </a:p>
          <a:p>
            <a:pPr lvl="0" algn="l">
              <a:lnSpc>
                <a:spcPct val="130000"/>
              </a:lnSpc>
            </a:pPr>
            <a:r>
              <a:rPr lang="en-US" dirty="0"/>
              <a:t>Custom Financial Health Score: </a:t>
            </a:r>
            <a:r>
              <a:rPr lang="en-US" b="1" dirty="0"/>
              <a:t>40/100 — High Risk</a:t>
            </a:r>
          </a:p>
          <a:p>
            <a:pPr marL="152400" indent="0" algn="l">
              <a:lnSpc>
                <a:spcPct val="130000"/>
              </a:lnSpc>
              <a:buNone/>
            </a:pPr>
            <a:r>
              <a:rPr lang="en-US" sz="900" b="1" dirty="0"/>
              <a:t>	</a:t>
            </a:r>
          </a:p>
          <a:p>
            <a:pPr marL="152400" indent="0" algn="l">
              <a:lnSpc>
                <a:spcPct val="130000"/>
              </a:lnSpc>
              <a:buNone/>
            </a:pPr>
            <a:r>
              <a:rPr lang="en-US" sz="900" b="1" dirty="0"/>
              <a:t>	</a:t>
            </a:r>
            <a:r>
              <a:rPr lang="en-US" sz="900" dirty="0"/>
              <a:t>Note: Custom project metric; not an industry-standard financial score.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7044B8-ADFA-C35A-0A8C-561F1FE50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305" y="1141989"/>
            <a:ext cx="3216303" cy="336566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621592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>
          <a:extLst>
            <a:ext uri="{FF2B5EF4-FFF2-40B4-BE49-F238E27FC236}">
              <a16:creationId xmlns:a16="http://schemas.microsoft.com/office/drawing/2014/main" id="{0CCDF79E-4327-2602-81DC-2FCD06EF1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1">
            <a:extLst>
              <a:ext uri="{FF2B5EF4-FFF2-40B4-BE49-F238E27FC236}">
                <a16:creationId xmlns:a16="http://schemas.microsoft.com/office/drawing/2014/main" id="{2B151B3A-1C72-FBF9-05BD-B9CFF8176D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Break-Even Scenario Analysis</a:t>
            </a:r>
            <a:endParaRPr dirty="0"/>
          </a:p>
        </p:txBody>
      </p:sp>
      <p:sp>
        <p:nvSpPr>
          <p:cNvPr id="9" name="Google Shape;940;p41">
            <a:extLst>
              <a:ext uri="{FF2B5EF4-FFF2-40B4-BE49-F238E27FC236}">
                <a16:creationId xmlns:a16="http://schemas.microsoft.com/office/drawing/2014/main" id="{57882F12-A267-B7DF-3F3A-30EBC4AE3E18}"/>
              </a:ext>
            </a:extLst>
          </p:cNvPr>
          <p:cNvSpPr txBox="1">
            <a:spLocks/>
          </p:cNvSpPr>
          <p:nvPr/>
        </p:nvSpPr>
        <p:spPr>
          <a:xfrm>
            <a:off x="4442527" y="1833264"/>
            <a:ext cx="4636737" cy="1925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 spc="0">
                <a:solidFill>
                  <a:schemeClr val="hlink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lvl="0" algn="l">
              <a:lnSpc>
                <a:spcPct val="130000"/>
              </a:lnSpc>
            </a:pPr>
            <a:r>
              <a:rPr lang="en-US" sz="1100" b="1" dirty="0"/>
              <a:t>10% spending cut</a:t>
            </a:r>
            <a:r>
              <a:rPr lang="en-US" sz="1100" dirty="0"/>
              <a:t> → still requires about </a:t>
            </a:r>
            <a:r>
              <a:rPr lang="en-US" sz="1100" b="1" dirty="0"/>
              <a:t>98.90% income growth</a:t>
            </a:r>
            <a:r>
              <a:rPr lang="en-US" sz="1100" dirty="0"/>
              <a:t> </a:t>
            </a:r>
          </a:p>
          <a:p>
            <a:pPr lvl="0" algn="l">
              <a:lnSpc>
                <a:spcPct val="130000"/>
              </a:lnSpc>
            </a:pPr>
            <a:r>
              <a:rPr lang="en-US" sz="1100" b="1" dirty="0"/>
              <a:t>50% spending cut</a:t>
            </a:r>
            <a:r>
              <a:rPr lang="en-US" sz="1100" dirty="0"/>
              <a:t> → requires about </a:t>
            </a:r>
            <a:r>
              <a:rPr lang="en-US" sz="1100" b="1" dirty="0"/>
              <a:t>43.67% income growth</a:t>
            </a:r>
            <a:r>
              <a:rPr lang="en-US" sz="1100" dirty="0"/>
              <a:t> </a:t>
            </a:r>
          </a:p>
          <a:p>
            <a:pPr lvl="0" algn="l">
              <a:lnSpc>
                <a:spcPct val="130000"/>
              </a:lnSpc>
            </a:pPr>
            <a:r>
              <a:rPr lang="en-US" sz="1100" b="1" dirty="0"/>
              <a:t>80% spending cut</a:t>
            </a:r>
            <a:r>
              <a:rPr lang="en-US" sz="1100" dirty="0"/>
              <a:t> → requires only about </a:t>
            </a:r>
            <a:r>
              <a:rPr lang="en-US" sz="1100" b="1" dirty="0"/>
              <a:t>2.25% income growth</a:t>
            </a:r>
            <a:r>
              <a:rPr lang="en-US" sz="1100" dirty="0"/>
              <a:t> </a:t>
            </a:r>
          </a:p>
          <a:p>
            <a:pPr marL="152400" lvl="0" indent="0" algn="l">
              <a:lnSpc>
                <a:spcPct val="130000"/>
              </a:lnSpc>
              <a:buNone/>
            </a:pPr>
            <a:endParaRPr lang="en-US" sz="1100" b="1" dirty="0"/>
          </a:p>
          <a:p>
            <a:pPr marL="152400" lvl="0" indent="0">
              <a:lnSpc>
                <a:spcPct val="130000"/>
              </a:lnSpc>
              <a:buNone/>
            </a:pPr>
            <a:r>
              <a:rPr lang="en-US" sz="1100" b="1" dirty="0"/>
              <a:t>Takeaway:</a:t>
            </a:r>
            <a:r>
              <a:rPr lang="en-US" sz="1100" dirty="0"/>
              <a:t> Break-even requires major discretionary cuts, income growth, or a combination of both.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4629A0-95B7-25F4-AEEB-6DA8F49E5B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575" y="1125887"/>
            <a:ext cx="4115425" cy="307067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33646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5">
          <a:extLst>
            <a:ext uri="{FF2B5EF4-FFF2-40B4-BE49-F238E27FC236}">
              <a16:creationId xmlns:a16="http://schemas.microsoft.com/office/drawing/2014/main" id="{0F677DBC-7F5A-3F43-5C50-88A066C00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7">
            <a:extLst>
              <a:ext uri="{FF2B5EF4-FFF2-40B4-BE49-F238E27FC236}">
                <a16:creationId xmlns:a16="http://schemas.microsoft.com/office/drawing/2014/main" id="{526DB170-15ED-C71B-2694-10323CA630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4309" y="147242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Key Recommendations</a:t>
            </a:r>
            <a:endParaRPr dirty="0"/>
          </a:p>
        </p:txBody>
      </p:sp>
      <p:sp>
        <p:nvSpPr>
          <p:cNvPr id="797" name="Google Shape;797;p37">
            <a:extLst>
              <a:ext uri="{FF2B5EF4-FFF2-40B4-BE49-F238E27FC236}">
                <a16:creationId xmlns:a16="http://schemas.microsoft.com/office/drawing/2014/main" id="{532C84E7-7AB8-63E5-B508-18DEE10A78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9999" y="1945859"/>
            <a:ext cx="7704000" cy="11026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lnSpc>
                <a:spcPct val="130000"/>
              </a:lnSpc>
            </a:pPr>
            <a:r>
              <a:rPr lang="en-US" b="1" dirty="0"/>
              <a:t>Reduce discretionary spending</a:t>
            </a:r>
            <a:r>
              <a:rPr lang="en-US" dirty="0"/>
              <a:t>, especially </a:t>
            </a:r>
            <a:r>
              <a:rPr lang="en-US" i="1" dirty="0"/>
              <a:t>Travel</a:t>
            </a:r>
            <a:r>
              <a:rPr lang="en-US" dirty="0"/>
              <a:t>, the largest spending category. </a:t>
            </a:r>
          </a:p>
          <a:p>
            <a:pPr lvl="0" algn="l">
              <a:lnSpc>
                <a:spcPct val="130000"/>
              </a:lnSpc>
            </a:pPr>
            <a:r>
              <a:rPr lang="en-US" b="1" dirty="0"/>
              <a:t>Prioritize high-APR credit card debt</a:t>
            </a:r>
            <a:r>
              <a:rPr lang="en-US" dirty="0"/>
              <a:t>, which creates a disproportionate share of interest cost. </a:t>
            </a:r>
          </a:p>
          <a:p>
            <a:pPr lvl="0" algn="l">
              <a:lnSpc>
                <a:spcPct val="130000"/>
              </a:lnSpc>
            </a:pPr>
            <a:r>
              <a:rPr lang="en-US" b="1" dirty="0"/>
              <a:t>Build a larger cash reserve</a:t>
            </a:r>
            <a:r>
              <a:rPr lang="en-US" dirty="0"/>
              <a:t> to improve liquidity and reduce reliance on credit. </a:t>
            </a:r>
          </a:p>
          <a:p>
            <a:pPr lvl="0" algn="l">
              <a:lnSpc>
                <a:spcPct val="130000"/>
              </a:lnSpc>
            </a:pPr>
            <a:r>
              <a:rPr lang="en-US" b="1" dirty="0"/>
              <a:t>Use a combined approach of spending cuts and income growth</a:t>
            </a:r>
            <a:r>
              <a:rPr lang="en-US" dirty="0"/>
              <a:t> to restore positive cash flow.</a:t>
            </a:r>
          </a:p>
        </p:txBody>
      </p:sp>
      <p:sp>
        <p:nvSpPr>
          <p:cNvPr id="2" name="Google Shape;797;p37">
            <a:extLst>
              <a:ext uri="{FF2B5EF4-FFF2-40B4-BE49-F238E27FC236}">
                <a16:creationId xmlns:a16="http://schemas.microsoft.com/office/drawing/2014/main" id="{BBC87943-6A41-8F44-733D-15EFAAAC679E}"/>
              </a:ext>
            </a:extLst>
          </p:cNvPr>
          <p:cNvSpPr txBox="1">
            <a:spLocks/>
          </p:cNvSpPr>
          <p:nvPr/>
        </p:nvSpPr>
        <p:spPr>
          <a:xfrm>
            <a:off x="728091" y="3140932"/>
            <a:ext cx="5511775" cy="337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 spc="0">
                <a:solidFill>
                  <a:schemeClr val="hlink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152400" indent="0" algn="l">
              <a:buNone/>
            </a:pPr>
            <a:r>
              <a:rPr lang="en-US" b="1" dirty="0"/>
              <a:t>Priority:</a:t>
            </a:r>
            <a:r>
              <a:rPr lang="en-US" dirty="0"/>
              <a:t> Stabilize cash flow first, then accelerate debt reduction.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BD4D204-CCB9-099E-A75B-BD9636377753}"/>
              </a:ext>
            </a:extLst>
          </p:cNvPr>
          <p:cNvCxnSpPr>
            <a:cxnSpLocks/>
          </p:cNvCxnSpPr>
          <p:nvPr/>
        </p:nvCxnSpPr>
        <p:spPr>
          <a:xfrm>
            <a:off x="971413" y="3132840"/>
            <a:ext cx="420313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217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>
          <a:extLst>
            <a:ext uri="{FF2B5EF4-FFF2-40B4-BE49-F238E27FC236}">
              <a16:creationId xmlns:a16="http://schemas.microsoft.com/office/drawing/2014/main" id="{7291E985-E1AA-8AC1-7BED-B4BD4EBB2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796;p37">
            <a:extLst>
              <a:ext uri="{FF2B5EF4-FFF2-40B4-BE49-F238E27FC236}">
                <a16:creationId xmlns:a16="http://schemas.microsoft.com/office/drawing/2014/main" id="{A0E3F280-7F28-84AB-2EDC-8BD28FC9B4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6216" y="150237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Conclusion</a:t>
            </a:r>
            <a:endParaRPr dirty="0"/>
          </a:p>
        </p:txBody>
      </p:sp>
      <p:sp>
        <p:nvSpPr>
          <p:cNvPr id="6" name="Google Shape;797;p37">
            <a:extLst>
              <a:ext uri="{FF2B5EF4-FFF2-40B4-BE49-F238E27FC236}">
                <a16:creationId xmlns:a16="http://schemas.microsoft.com/office/drawing/2014/main" id="{4E7E8507-0CC7-A3C3-A068-EBDF5335E01F}"/>
              </a:ext>
            </a:extLst>
          </p:cNvPr>
          <p:cNvSpPr txBox="1">
            <a:spLocks/>
          </p:cNvSpPr>
          <p:nvPr/>
        </p:nvSpPr>
        <p:spPr>
          <a:xfrm>
            <a:off x="882400" y="1974825"/>
            <a:ext cx="8261600" cy="954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None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lvl="0" indent="0">
              <a:lnSpc>
                <a:spcPct val="130000"/>
              </a:lnSpc>
            </a:pPr>
            <a:r>
              <a:rPr lang="en-US" sz="1100" dirty="0"/>
              <a:t>The household’s biggest issue is a </a:t>
            </a:r>
            <a:r>
              <a:rPr lang="en-US" sz="1100" b="1" dirty="0"/>
              <a:t>structural cash-flow deficit</a:t>
            </a:r>
            <a:r>
              <a:rPr lang="en-US" sz="1100" dirty="0"/>
              <a:t>, with annual spending materially exceeding annual income. </a:t>
            </a:r>
          </a:p>
          <a:p>
            <a:pPr marL="0" lvl="0" indent="0">
              <a:lnSpc>
                <a:spcPct val="130000"/>
              </a:lnSpc>
            </a:pPr>
            <a:r>
              <a:rPr lang="en-US" sz="1100" b="1" dirty="0"/>
              <a:t>Discretionary spending—especially Travel—drives most of the gap</a:t>
            </a:r>
            <a:r>
              <a:rPr lang="en-US" sz="1100" dirty="0"/>
              <a:t>, while high-APR credit cards create an outsized interest burden. </a:t>
            </a:r>
          </a:p>
          <a:p>
            <a:pPr marL="0" lvl="0" indent="0">
              <a:lnSpc>
                <a:spcPct val="130000"/>
              </a:lnSpc>
            </a:pPr>
            <a:r>
              <a:rPr lang="en-US" sz="1100" dirty="0"/>
              <a:t>A realistic improvement plan requires </a:t>
            </a:r>
            <a:r>
              <a:rPr lang="en-US" sz="1100" b="1" dirty="0"/>
              <a:t>significant spending reductions, stronger liquidity, and targeted debt repayment</a:t>
            </a:r>
            <a:r>
              <a:rPr lang="en-US" sz="1100" dirty="0"/>
              <a:t>.</a:t>
            </a:r>
          </a:p>
        </p:txBody>
      </p:sp>
      <p:sp>
        <p:nvSpPr>
          <p:cNvPr id="7" name="Google Shape;797;p37">
            <a:extLst>
              <a:ext uri="{FF2B5EF4-FFF2-40B4-BE49-F238E27FC236}">
                <a16:creationId xmlns:a16="http://schemas.microsoft.com/office/drawing/2014/main" id="{5ADA187C-3EC2-C5D2-3B16-442B0CE05EE8}"/>
              </a:ext>
            </a:extLst>
          </p:cNvPr>
          <p:cNvSpPr txBox="1">
            <a:spLocks/>
          </p:cNvSpPr>
          <p:nvPr/>
        </p:nvSpPr>
        <p:spPr>
          <a:xfrm>
            <a:off x="728091" y="2961685"/>
            <a:ext cx="5511775" cy="572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●"/>
              <a:defRPr sz="1200" b="0" i="0" u="none" strike="noStrike" cap="none" spc="0">
                <a:solidFill>
                  <a:schemeClr val="hlink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●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○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"/>
              <a:buChar char="■"/>
              <a:defRPr sz="1200" b="0" i="0" u="none" strike="noStrike" cap="none" spc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152400" indent="0" algn="l">
              <a:buNone/>
            </a:pPr>
            <a:r>
              <a:rPr lang="en-US" sz="1000" b="1" dirty="0"/>
              <a:t>Overall:</a:t>
            </a:r>
            <a:r>
              <a:rPr lang="en-US" sz="1000" dirty="0"/>
              <a:t> The analysis converts raw transaction data into a clear, decision-ready financial assessment using SQL, Python, visualization, and Excel.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D852D99-4471-14E5-F394-F3A788ABA487}"/>
              </a:ext>
            </a:extLst>
          </p:cNvPr>
          <p:cNvCxnSpPr>
            <a:cxnSpLocks/>
          </p:cNvCxnSpPr>
          <p:nvPr/>
        </p:nvCxnSpPr>
        <p:spPr>
          <a:xfrm>
            <a:off x="971413" y="2888857"/>
            <a:ext cx="420313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6543326"/>
      </p:ext>
    </p:extLst>
  </p:cSld>
  <p:clrMapOvr>
    <a:masterClrMapping/>
  </p:clrMapOvr>
</p:sld>
</file>

<file path=ppt/theme/theme1.xml><?xml version="1.0" encoding="utf-8"?>
<a:theme xmlns:a="http://schemas.openxmlformats.org/drawingml/2006/main" name="Data Analytics Strategy Toolkit by Slidesgo">
  <a:themeElements>
    <a:clrScheme name="Simple Light">
      <a:dk1>
        <a:srgbClr val="202331"/>
      </a:dk1>
      <a:lt1>
        <a:srgbClr val="F8F4F4"/>
      </a:lt1>
      <a:dk2>
        <a:srgbClr val="1BBBE9"/>
      </a:dk2>
      <a:lt2>
        <a:srgbClr val="2C7EC7"/>
      </a:lt2>
      <a:accent1>
        <a:srgbClr val="0B539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0233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538</Words>
  <Application>Microsoft Macintosh PowerPoint</Application>
  <PresentationFormat>On-screen Show (16:9)</PresentationFormat>
  <Paragraphs>62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Poppins Black</vt:lpstr>
      <vt:lpstr>Barlow</vt:lpstr>
      <vt:lpstr>Arial</vt:lpstr>
      <vt:lpstr>Poppins ExtraBold</vt:lpstr>
      <vt:lpstr>Nunito Light</vt:lpstr>
      <vt:lpstr>Data Analytics Strategy Toolkit by Slidesgo</vt:lpstr>
      <vt:lpstr>Household Financial Analysis</vt:lpstr>
      <vt:lpstr>Project Objective</vt:lpstr>
      <vt:lpstr>Data Pipeline</vt:lpstr>
      <vt:lpstr>Spending Overview</vt:lpstr>
      <vt:lpstr>Monthly Spending Trends</vt:lpstr>
      <vt:lpstr>Debt &amp; Liquidity</vt:lpstr>
      <vt:lpstr>Financial Health</vt:lpstr>
      <vt:lpstr>Break-Even Scenario Analysis</vt:lpstr>
      <vt:lpstr>Key Recommendations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Fontecha, Jared Tyler</cp:lastModifiedBy>
  <cp:revision>59</cp:revision>
  <dcterms:modified xsi:type="dcterms:W3CDTF">2026-08-22T19:46:44Z</dcterms:modified>
</cp:coreProperties>
</file>